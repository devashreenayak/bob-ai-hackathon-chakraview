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_rels/slideMaster4.xml.rels" ContentType="application/vnd.openxmlformats-package.relationships+xml"/>
  <Override PartName="/ppt/slideMasters/_rels/slideMaster3.xml.rels" ContentType="application/vnd.openxmlformats-package.relationships+xml"/>
  <Override PartName="/ppt/slideMasters/_rels/slideMaster1.xml.rels" ContentType="application/vnd.openxmlformats-package.relationships+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presProps.xml" ContentType="application/vnd.openxmlformats-officedocument.presentationml.presProps+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Lst>
  <p:sldIdLst>
    <p:sldId id="256" r:id="rId5"/>
    <p:sldId id="257" r:id="rId6"/>
    <p:sldId id="258" r:id="rId7"/>
    <p:sldId id="259" r:id="rId8"/>
    <p:sldId id="260" r:id="rId9"/>
    <p:sldId id="261" r:id="rId10"/>
    <p:sldId id="262" r:id="rId11"/>
    <p:sldId id="263" r:id="rId12"/>
    <p:sldId id="264" r:id="rId13"/>
    <p:sldId id="265" r:id="rId14"/>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reepik.com/" TargetMode="External"/><Relationship Id="rId4" Type="http://schemas.openxmlformats.org/officeDocument/2006/relationships/hyperlink" Target="https://stories.freepik.com/" TargetMode="Externa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0" y="1850040"/>
            <a:ext cx="4088520" cy="1791720"/>
          </a:xfrm>
          <a:prstGeom prst="rect">
            <a:avLst/>
          </a:prstGeom>
          <a:noFill/>
          <a:ln w="0">
            <a:noFill/>
          </a:ln>
        </p:spPr>
        <p:txBody>
          <a:bodyPr lIns="91440" rIns="91440" tIns="91440" bIns="91440" anchor="b">
            <a:noAutofit/>
          </a:bodyPr>
          <a:p>
            <a:pPr indent="0">
              <a:buNone/>
            </a:pPr>
            <a:r>
              <a:rPr b="0" lang="fr-FR" sz="4400" strike="noStrike" u="none">
                <a:solidFill>
                  <a:schemeClr val="dk1"/>
                </a:solidFill>
                <a:effectLst/>
                <a:uFillTx/>
                <a:latin typeface="Arial"/>
              </a:rPr>
              <a:t>Click to edit the title text format</a:t>
            </a:r>
            <a:endParaRPr b="0" lang="fr-FR" sz="4400" strike="noStrike" u="none">
              <a:solidFill>
                <a:schemeClr val="dk1"/>
              </a:solidFill>
              <a:effectLst/>
              <a:uFillTx/>
              <a:latin typeface="Arial"/>
            </a:endParaRPr>
          </a:p>
        </p:txBody>
      </p:sp>
      <p:cxnSp>
        <p:nvCxnSpPr>
          <p:cNvPr id="3" name="Google Shape;10;p2"/>
          <p:cNvCxnSpPr/>
          <p:nvPr/>
        </p:nvCxnSpPr>
        <p:spPr>
          <a:xfrm flipH="1">
            <a:off x="5826960" y="451080"/>
            <a:ext cx="1672920" cy="126360"/>
          </a:xfrm>
          <a:prstGeom prst="straightConnector1">
            <a:avLst/>
          </a:prstGeom>
          <a:ln w="9525">
            <a:solidFill>
              <a:srgbClr val="3d3d3d"/>
            </a:solidFill>
            <a:round/>
          </a:ln>
        </p:spPr>
      </p:cxnSp>
      <p:cxnSp>
        <p:nvCxnSpPr>
          <p:cNvPr id="4" name="Google Shape;11;p2"/>
          <p:cNvCxnSpPr/>
          <p:nvPr/>
        </p:nvCxnSpPr>
        <p:spPr>
          <a:xfrm flipH="1" flipV="1">
            <a:off x="7512840" y="457560"/>
            <a:ext cx="829800" cy="743760"/>
          </a:xfrm>
          <a:prstGeom prst="straightConnector1">
            <a:avLst/>
          </a:prstGeom>
          <a:ln w="9525">
            <a:solidFill>
              <a:srgbClr val="3d3d3d"/>
            </a:solidFill>
            <a:round/>
          </a:ln>
        </p:spPr>
      </p:cxnSp>
      <p:cxnSp>
        <p:nvCxnSpPr>
          <p:cNvPr id="5" name="Google Shape;12;p2"/>
          <p:cNvCxnSpPr/>
          <p:nvPr/>
        </p:nvCxnSpPr>
        <p:spPr>
          <a:xfrm flipH="1">
            <a:off x="8348760" y="-6480"/>
            <a:ext cx="797040" cy="1188000"/>
          </a:xfrm>
          <a:prstGeom prst="straightConnector1">
            <a:avLst/>
          </a:prstGeom>
          <a:ln w="9525">
            <a:solidFill>
              <a:srgbClr val="3d3d3d"/>
            </a:solidFill>
            <a:round/>
          </a:ln>
        </p:spPr>
      </p:cxnSp>
      <p:grpSp>
        <p:nvGrpSpPr>
          <p:cNvPr id="6" name="Google Shape;13;p2"/>
          <p:cNvGrpSpPr/>
          <p:nvPr/>
        </p:nvGrpSpPr>
        <p:grpSpPr>
          <a:xfrm>
            <a:off x="8064360" y="887760"/>
            <a:ext cx="581400" cy="582120"/>
            <a:chOff x="8064360" y="887760"/>
            <a:chExt cx="581400" cy="582120"/>
          </a:xfrm>
        </p:grpSpPr>
        <p:sp>
          <p:nvSpPr>
            <p:cNvPr id="7" name="Google Shape;14;p2"/>
            <p:cNvSpPr/>
            <p:nvPr/>
          </p:nvSpPr>
          <p:spPr>
            <a:xfrm>
              <a:off x="8068680" y="8928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 name="Google Shape;15;p2"/>
            <p:cNvSpPr/>
            <p:nvPr/>
          </p:nvSpPr>
          <p:spPr>
            <a:xfrm>
              <a:off x="8064360" y="8877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 name="Google Shape;16;p2"/>
            <p:cNvSpPr/>
            <p:nvPr/>
          </p:nvSpPr>
          <p:spPr>
            <a:xfrm>
              <a:off x="8141040" y="96516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 name="Google Shape;17;p2"/>
            <p:cNvSpPr/>
            <p:nvPr/>
          </p:nvSpPr>
          <p:spPr>
            <a:xfrm>
              <a:off x="8136720" y="9604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 name="Google Shape;18;p2"/>
            <p:cNvSpPr/>
            <p:nvPr/>
          </p:nvSpPr>
          <p:spPr>
            <a:xfrm>
              <a:off x="8219880" y="10440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 name="Google Shape;19;p2"/>
            <p:cNvSpPr/>
            <p:nvPr/>
          </p:nvSpPr>
          <p:spPr>
            <a:xfrm>
              <a:off x="8215200" y="10393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 name="Google Shape;20;p2"/>
          <p:cNvGrpSpPr/>
          <p:nvPr/>
        </p:nvGrpSpPr>
        <p:grpSpPr>
          <a:xfrm>
            <a:off x="7353000" y="316440"/>
            <a:ext cx="291600" cy="292320"/>
            <a:chOff x="7353000" y="316440"/>
            <a:chExt cx="291600" cy="292320"/>
          </a:xfrm>
        </p:grpSpPr>
        <p:sp>
          <p:nvSpPr>
            <p:cNvPr id="14" name="Google Shape;21;p2"/>
            <p:cNvSpPr/>
            <p:nvPr/>
          </p:nvSpPr>
          <p:spPr>
            <a:xfrm>
              <a:off x="7358040" y="32112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 name="Google Shape;22;p2"/>
            <p:cNvSpPr/>
            <p:nvPr/>
          </p:nvSpPr>
          <p:spPr>
            <a:xfrm>
              <a:off x="7353000" y="316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Google Shape;23;p2"/>
            <p:cNvSpPr/>
            <p:nvPr/>
          </p:nvSpPr>
          <p:spPr>
            <a:xfrm>
              <a:off x="7419960" y="3830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 name="Google Shape;24;p2"/>
            <p:cNvSpPr/>
            <p:nvPr/>
          </p:nvSpPr>
          <p:spPr>
            <a:xfrm>
              <a:off x="7415640" y="3787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8" name="Google Shape;25;p2"/>
          <p:cNvSpPr/>
          <p:nvPr/>
        </p:nvSpPr>
        <p:spPr>
          <a:xfrm>
            <a:off x="5690520" y="42588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 name="Google Shape;26;p2"/>
          <p:cNvSpPr/>
          <p:nvPr/>
        </p:nvSpPr>
        <p:spPr>
          <a:xfrm>
            <a:off x="5688360" y="42336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 name="Google Shape;27;p2"/>
          <p:cNvSpPr/>
          <p:nvPr/>
        </p:nvSpPr>
        <p:spPr>
          <a:xfrm>
            <a:off x="5727240" y="46224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1" name="Google Shape;28;p2"/>
          <p:cNvSpPr/>
          <p:nvPr/>
        </p:nvSpPr>
        <p:spPr>
          <a:xfrm>
            <a:off x="5724720" y="45972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 name="Google Shape;29;p2"/>
          <p:cNvSpPr/>
          <p:nvPr/>
        </p:nvSpPr>
        <p:spPr>
          <a:xfrm>
            <a:off x="5766480" y="50184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 name="Google Shape;30;p2"/>
          <p:cNvSpPr/>
          <p:nvPr/>
        </p:nvSpPr>
        <p:spPr>
          <a:xfrm>
            <a:off x="5764320" y="49968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24" name="Google Shape;31;p2"/>
          <p:cNvGrpSpPr/>
          <p:nvPr/>
        </p:nvGrpSpPr>
        <p:grpSpPr>
          <a:xfrm>
            <a:off x="5443200" y="289440"/>
            <a:ext cx="174960" cy="26640"/>
            <a:chOff x="5443200" y="289440"/>
            <a:chExt cx="174960" cy="26640"/>
          </a:xfrm>
        </p:grpSpPr>
        <p:sp>
          <p:nvSpPr>
            <p:cNvPr id="25" name="Google Shape;32;p2"/>
            <p:cNvSpPr/>
            <p:nvPr/>
          </p:nvSpPr>
          <p:spPr>
            <a:xfrm>
              <a:off x="5443200" y="289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 name="Google Shape;33;p2"/>
            <p:cNvSpPr/>
            <p:nvPr/>
          </p:nvSpPr>
          <p:spPr>
            <a:xfrm>
              <a:off x="5517360" y="289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 name="Google Shape;34;p2"/>
            <p:cNvSpPr/>
            <p:nvPr/>
          </p:nvSpPr>
          <p:spPr>
            <a:xfrm>
              <a:off x="5591520" y="289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8" name="Google Shape;35;p2"/>
          <p:cNvGrpSpPr/>
          <p:nvPr/>
        </p:nvGrpSpPr>
        <p:grpSpPr>
          <a:xfrm>
            <a:off x="8489880" y="171000"/>
            <a:ext cx="174960" cy="26640"/>
            <a:chOff x="8489880" y="171000"/>
            <a:chExt cx="174960" cy="26640"/>
          </a:xfrm>
        </p:grpSpPr>
        <p:sp>
          <p:nvSpPr>
            <p:cNvPr id="29" name="Google Shape;36;p2"/>
            <p:cNvSpPr/>
            <p:nvPr/>
          </p:nvSpPr>
          <p:spPr>
            <a:xfrm>
              <a:off x="8489880" y="1710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 name="Google Shape;37;p2"/>
            <p:cNvSpPr/>
            <p:nvPr/>
          </p:nvSpPr>
          <p:spPr>
            <a:xfrm>
              <a:off x="8564040" y="1710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 name="Google Shape;38;p2"/>
            <p:cNvSpPr/>
            <p:nvPr/>
          </p:nvSpPr>
          <p:spPr>
            <a:xfrm>
              <a:off x="8638200" y="1710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32" name="Google Shape;39;p2"/>
          <p:cNvGrpSpPr/>
          <p:nvPr/>
        </p:nvGrpSpPr>
        <p:grpSpPr>
          <a:xfrm>
            <a:off x="8068680" y="1581840"/>
            <a:ext cx="174600" cy="26640"/>
            <a:chOff x="8068680" y="1581840"/>
            <a:chExt cx="174600" cy="26640"/>
          </a:xfrm>
        </p:grpSpPr>
        <p:sp>
          <p:nvSpPr>
            <p:cNvPr id="33" name="Google Shape;40;p2"/>
            <p:cNvSpPr/>
            <p:nvPr/>
          </p:nvSpPr>
          <p:spPr>
            <a:xfrm>
              <a:off x="8068680" y="15818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 name="Google Shape;41;p2"/>
            <p:cNvSpPr/>
            <p:nvPr/>
          </p:nvSpPr>
          <p:spPr>
            <a:xfrm>
              <a:off x="8142840" y="15818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 name="Google Shape;42;p2"/>
            <p:cNvSpPr/>
            <p:nvPr/>
          </p:nvSpPr>
          <p:spPr>
            <a:xfrm>
              <a:off x="8216640" y="15818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3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2105280" y="384120"/>
            <a:ext cx="4937400" cy="1078920"/>
          </a:xfrm>
          <a:prstGeom prst="rect">
            <a:avLst/>
          </a:prstGeom>
          <a:noFill/>
          <a:ln w="0">
            <a:noFill/>
          </a:ln>
        </p:spPr>
        <p:txBody>
          <a:bodyPr lIns="91440" rIns="91440" tIns="91440" bIns="91440" anchor="t">
            <a:noAutofit/>
          </a:bodyPr>
          <a:p>
            <a:pPr indent="0">
              <a:buNone/>
            </a:pPr>
            <a:r>
              <a:rPr b="0" lang="fr-FR" sz="4800" strike="noStrike" u="none">
                <a:solidFill>
                  <a:schemeClr val="dk1"/>
                </a:solidFill>
                <a:effectLst/>
                <a:uFillTx/>
                <a:latin typeface="Arial"/>
              </a:rPr>
              <a:t>Click to edit the title text format</a:t>
            </a:r>
            <a:endParaRPr b="0" lang="fr-FR" sz="4800" strike="noStrike" u="none">
              <a:solidFill>
                <a:schemeClr val="dk1"/>
              </a:solidFill>
              <a:effectLst/>
              <a:uFillTx/>
              <a:latin typeface="Arial"/>
            </a:endParaRPr>
          </a:p>
        </p:txBody>
      </p:sp>
      <p:sp>
        <p:nvSpPr>
          <p:cNvPr id="38" name="Google Shape;914;p19"/>
          <p:cNvSpPr/>
          <p:nvPr/>
        </p:nvSpPr>
        <p:spPr>
          <a:xfrm>
            <a:off x="2097360" y="3664080"/>
            <a:ext cx="4945320" cy="762120"/>
          </a:xfrm>
          <a:prstGeom prst="rect">
            <a:avLst/>
          </a:prstGeom>
          <a:noFill/>
          <a:ln w="0">
            <a:noFill/>
          </a:ln>
        </p:spPr>
        <p:style>
          <a:lnRef idx="0"/>
          <a:fillRef idx="0"/>
          <a:effectRef idx="0"/>
          <a:fontRef idx="minor"/>
        </p:style>
        <p:txBody>
          <a:bodyPr tIns="91440" bIns="91440" anchor="t">
            <a:noAutofit/>
          </a:bodyPr>
          <a:p>
            <a:pPr algn="ctr" defTabSz="914400">
              <a:lnSpc>
                <a:spcPct val="115000"/>
              </a:lnSpc>
              <a:tabLst>
                <a:tab algn="l" pos="0"/>
              </a:tabLst>
            </a:pPr>
            <a:r>
              <a:rPr b="0" lang="en" sz="1100" strike="noStrike" u="none">
                <a:solidFill>
                  <a:schemeClr val="accent1"/>
                </a:solidFill>
                <a:effectLst/>
                <a:uFillTx/>
                <a:latin typeface="Barlow Semi Condensed Medium"/>
                <a:ea typeface="Barlow Semi Condensed Medium"/>
              </a:rPr>
              <a:t>CREDITS:</a:t>
            </a:r>
            <a:r>
              <a:rPr b="0" lang="en" sz="1100" strike="noStrike" u="none">
                <a:solidFill>
                  <a:schemeClr val="dk2"/>
                </a:solidFill>
                <a:effectLst/>
                <a:uFillTx/>
                <a:latin typeface="Barlow Semi Condensed"/>
                <a:ea typeface="Barlow Semi Condensed"/>
              </a:rPr>
              <a:t> This presentation template was created by </a:t>
            </a:r>
            <a:r>
              <a:rPr b="0" lang="en" sz="1100" strike="noStrike" u="sng">
                <a:solidFill>
                  <a:schemeClr val="accent1"/>
                </a:solidFill>
                <a:effectLst/>
                <a:uFillTx/>
                <a:latin typeface="Barlow Semi Condensed Medium"/>
                <a:ea typeface="Barlow Semi Condensed Medium"/>
                <a:hlinkClick r:id="rId2"/>
              </a:rPr>
              <a:t>Slidesgo</a:t>
            </a:r>
            <a:r>
              <a:rPr b="0" lang="en" sz="1100" strike="noStrike" u="none">
                <a:solidFill>
                  <a:schemeClr val="dk2"/>
                </a:solidFill>
                <a:effectLst/>
                <a:uFillTx/>
                <a:latin typeface="Barlow Semi Condensed"/>
                <a:ea typeface="Barlow Semi Condensed"/>
              </a:rPr>
              <a:t>, including icons, infographics &amp; images by </a:t>
            </a:r>
            <a:r>
              <a:rPr b="0" lang="en" sz="1100" strike="noStrike" u="sng">
                <a:solidFill>
                  <a:schemeClr val="accent1"/>
                </a:solidFill>
                <a:effectLst/>
                <a:uFillTx/>
                <a:latin typeface="Barlow Semi Condensed Medium"/>
                <a:ea typeface="Barlow Semi Condensed Medium"/>
                <a:hlinkClick r:id="rId3"/>
              </a:rPr>
              <a:t>Freepik</a:t>
            </a:r>
            <a:r>
              <a:rPr b="0" lang="en" sz="1100" strike="noStrike" u="none">
                <a:solidFill>
                  <a:schemeClr val="dk2"/>
                </a:solidFill>
                <a:effectLst/>
                <a:uFillTx/>
                <a:latin typeface="Barlow Semi Condensed"/>
                <a:ea typeface="Barlow Semi Condensed"/>
              </a:rPr>
              <a:t> and illustrations by </a:t>
            </a:r>
            <a:r>
              <a:rPr b="0" lang="en" sz="1100" strike="noStrike" u="sng">
                <a:solidFill>
                  <a:schemeClr val="accent1"/>
                </a:solidFill>
                <a:effectLst/>
                <a:uFillTx/>
                <a:latin typeface="Barlow Semi Condensed Medium"/>
                <a:ea typeface="Barlow Semi Condensed Medium"/>
                <a:hlinkClick r:id="rId4"/>
              </a:rPr>
              <a:t>Stories</a:t>
            </a:r>
            <a:endParaRPr b="0" lang="en-US" sz="1100" strike="noStrike" u="none">
              <a:solidFill>
                <a:srgbClr val="000000"/>
              </a:solidFill>
              <a:effectLst/>
              <a:uFillTx/>
              <a:latin typeface="OpenSymbol"/>
            </a:endParaRPr>
          </a:p>
          <a:p>
            <a:pPr algn="ctr" defTabSz="914400">
              <a:lnSpc>
                <a:spcPct val="100000"/>
              </a:lnSpc>
              <a:tabLst>
                <a:tab algn="l" pos="0"/>
              </a:tabLst>
            </a:pPr>
            <a:endParaRPr b="0" lang="en-US" sz="1800" strike="noStrike" u="none">
              <a:solidFill>
                <a:srgbClr val="000000"/>
              </a:solidFill>
              <a:effectLst/>
              <a:uFillTx/>
              <a:latin typeface="OpenSymbol"/>
            </a:endParaRPr>
          </a:p>
        </p:txBody>
      </p:sp>
      <p:cxnSp>
        <p:nvCxnSpPr>
          <p:cNvPr id="39" name="Google Shape;915;p19"/>
          <p:cNvCxnSpPr/>
          <p:nvPr/>
        </p:nvCxnSpPr>
        <p:spPr>
          <a:xfrm flipH="1">
            <a:off x="7682760" y="2910960"/>
            <a:ext cx="306720" cy="1133640"/>
          </a:xfrm>
          <a:prstGeom prst="straightConnector1">
            <a:avLst/>
          </a:prstGeom>
          <a:ln w="9525">
            <a:solidFill>
              <a:srgbClr val="494949"/>
            </a:solidFill>
            <a:round/>
          </a:ln>
        </p:spPr>
      </p:cxnSp>
      <p:cxnSp>
        <p:nvCxnSpPr>
          <p:cNvPr id="40" name="Google Shape;916;p19"/>
          <p:cNvCxnSpPr/>
          <p:nvPr/>
        </p:nvCxnSpPr>
        <p:spPr>
          <a:xfrm>
            <a:off x="7694640" y="1568880"/>
            <a:ext cx="315720" cy="1342440"/>
          </a:xfrm>
          <a:prstGeom prst="straightConnector1">
            <a:avLst/>
          </a:prstGeom>
          <a:ln w="9525">
            <a:solidFill>
              <a:srgbClr val="494949"/>
            </a:solidFill>
            <a:round/>
          </a:ln>
        </p:spPr>
      </p:cxnSp>
      <p:cxnSp>
        <p:nvCxnSpPr>
          <p:cNvPr id="41" name="Google Shape;917;p19"/>
          <p:cNvCxnSpPr/>
          <p:nvPr/>
        </p:nvCxnSpPr>
        <p:spPr>
          <a:xfrm flipH="1">
            <a:off x="7702200" y="266400"/>
            <a:ext cx="392400" cy="1332360"/>
          </a:xfrm>
          <a:prstGeom prst="straightConnector1">
            <a:avLst/>
          </a:prstGeom>
          <a:ln w="9525">
            <a:solidFill>
              <a:srgbClr val="494949"/>
            </a:solidFill>
            <a:round/>
          </a:ln>
        </p:spPr>
      </p:cxnSp>
      <p:cxnSp>
        <p:nvCxnSpPr>
          <p:cNvPr id="42" name="Google Shape;918;p19"/>
          <p:cNvCxnSpPr/>
          <p:nvPr/>
        </p:nvCxnSpPr>
        <p:spPr>
          <a:xfrm flipH="1">
            <a:off x="8101800" y="0"/>
            <a:ext cx="407160" cy="273960"/>
          </a:xfrm>
          <a:prstGeom prst="straightConnector1">
            <a:avLst/>
          </a:prstGeom>
          <a:ln w="9525">
            <a:solidFill>
              <a:srgbClr val="494949"/>
            </a:solidFill>
            <a:round/>
          </a:ln>
        </p:spPr>
      </p:cxnSp>
      <p:grpSp>
        <p:nvGrpSpPr>
          <p:cNvPr id="43" name="Google Shape;919;p19"/>
          <p:cNvGrpSpPr/>
          <p:nvPr/>
        </p:nvGrpSpPr>
        <p:grpSpPr>
          <a:xfrm>
            <a:off x="7407360" y="1284840"/>
            <a:ext cx="582120" cy="581400"/>
            <a:chOff x="7407360" y="1284840"/>
            <a:chExt cx="582120" cy="581400"/>
          </a:xfrm>
        </p:grpSpPr>
        <p:sp>
          <p:nvSpPr>
            <p:cNvPr id="44" name="Google Shape;920;p19"/>
            <p:cNvSpPr/>
            <p:nvPr/>
          </p:nvSpPr>
          <p:spPr>
            <a:xfrm flipV="1" rot="16200000">
              <a:off x="7412040" y="1289520"/>
              <a:ext cx="572400" cy="572040"/>
            </a:xfrm>
            <a:custGeom>
              <a:avLst/>
              <a:gdLst>
                <a:gd name="textAreaLeft" fmla="*/ 0 w 572400"/>
                <a:gd name="textAreaRight" fmla="*/ 572760 w 572400"/>
                <a:gd name="textAreaTop" fmla="*/ -360 h 572040"/>
                <a:gd name="textAreaBottom" fmla="*/ 57204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5" name="Google Shape;921;p19"/>
            <p:cNvSpPr/>
            <p:nvPr/>
          </p:nvSpPr>
          <p:spPr>
            <a:xfrm flipV="1" rot="16200000">
              <a:off x="7407720" y="1284120"/>
              <a:ext cx="581400" cy="582120"/>
            </a:xfrm>
            <a:custGeom>
              <a:avLst/>
              <a:gdLst>
                <a:gd name="textAreaLeft" fmla="*/ 0 w 581400"/>
                <a:gd name="textAreaRight" fmla="*/ 581760 w 581400"/>
                <a:gd name="textAreaTop" fmla="*/ -360 h 582120"/>
                <a:gd name="textAreaBottom" fmla="*/ 58212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6" name="Google Shape;922;p19"/>
            <p:cNvSpPr/>
            <p:nvPr/>
          </p:nvSpPr>
          <p:spPr>
            <a:xfrm flipV="1" rot="16200000">
              <a:off x="7484760" y="1362600"/>
              <a:ext cx="427680" cy="426960"/>
            </a:xfrm>
            <a:custGeom>
              <a:avLst/>
              <a:gdLst>
                <a:gd name="textAreaLeft" fmla="*/ 0 w 427680"/>
                <a:gd name="textAreaRight" fmla="*/ 428040 w 427680"/>
                <a:gd name="textAreaTop" fmla="*/ 360 h 426960"/>
                <a:gd name="textAreaBottom" fmla="*/ 42768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 name="Google Shape;923;p19"/>
            <p:cNvSpPr/>
            <p:nvPr/>
          </p:nvSpPr>
          <p:spPr>
            <a:xfrm flipV="1" rot="16200000">
              <a:off x="7480080" y="1356480"/>
              <a:ext cx="436680" cy="437040"/>
            </a:xfrm>
            <a:custGeom>
              <a:avLst/>
              <a:gdLst>
                <a:gd name="textAreaLeft" fmla="*/ 0 w 436680"/>
                <a:gd name="textAreaRight" fmla="*/ 437040 w 436680"/>
                <a:gd name="textAreaTop" fmla="*/ 360 h 437040"/>
                <a:gd name="textAreaBottom" fmla="*/ 43776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 name="Google Shape;924;p19"/>
            <p:cNvSpPr/>
            <p:nvPr/>
          </p:nvSpPr>
          <p:spPr>
            <a:xfrm flipV="1" rot="16200000">
              <a:off x="7563240" y="1441080"/>
              <a:ext cx="270000" cy="270000"/>
            </a:xfrm>
            <a:custGeom>
              <a:avLst/>
              <a:gdLst>
                <a:gd name="textAreaLeft" fmla="*/ 0 w 270000"/>
                <a:gd name="textAreaRight" fmla="*/ 270360 w 270000"/>
                <a:gd name="textAreaTop" fmla="*/ 360 h 270000"/>
                <a:gd name="textAreaBottom" fmla="*/ 27072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9" name="Google Shape;925;p19"/>
            <p:cNvSpPr/>
            <p:nvPr/>
          </p:nvSpPr>
          <p:spPr>
            <a:xfrm flipV="1" rot="16200000">
              <a:off x="7558560" y="1436040"/>
              <a:ext cx="279360" cy="279000"/>
            </a:xfrm>
            <a:custGeom>
              <a:avLst/>
              <a:gdLst>
                <a:gd name="textAreaLeft" fmla="*/ 0 w 279360"/>
                <a:gd name="textAreaRight" fmla="*/ 279720 w 279360"/>
                <a:gd name="textAreaTop" fmla="*/ -360 h 279000"/>
                <a:gd name="textAreaBottom" fmla="*/ 27900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0" name="Google Shape;926;p19"/>
          <p:cNvGrpSpPr/>
          <p:nvPr/>
        </p:nvGrpSpPr>
        <p:grpSpPr>
          <a:xfrm>
            <a:off x="7869600" y="2754360"/>
            <a:ext cx="292320" cy="291600"/>
            <a:chOff x="7869600" y="2754360"/>
            <a:chExt cx="292320" cy="291600"/>
          </a:xfrm>
        </p:grpSpPr>
        <p:sp>
          <p:nvSpPr>
            <p:cNvPr id="51" name="Google Shape;927;p19"/>
            <p:cNvSpPr/>
            <p:nvPr/>
          </p:nvSpPr>
          <p:spPr>
            <a:xfrm flipV="1" rot="16200000">
              <a:off x="7874640" y="2759040"/>
              <a:ext cx="282240" cy="282240"/>
            </a:xfrm>
            <a:custGeom>
              <a:avLst/>
              <a:gdLst>
                <a:gd name="textAreaLeft" fmla="*/ 0 w 282240"/>
                <a:gd name="textAreaRight" fmla="*/ 282600 w 282240"/>
                <a:gd name="textAreaTop" fmla="*/ 360 h 282240"/>
                <a:gd name="textAreaBottom" fmla="*/ 28296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2" name="Google Shape;928;p19"/>
            <p:cNvSpPr/>
            <p:nvPr/>
          </p:nvSpPr>
          <p:spPr>
            <a:xfrm flipV="1" rot="16200000">
              <a:off x="7869960" y="2754000"/>
              <a:ext cx="291600" cy="292320"/>
            </a:xfrm>
            <a:custGeom>
              <a:avLst/>
              <a:gdLst>
                <a:gd name="textAreaLeft" fmla="*/ 0 w 291600"/>
                <a:gd name="textAreaRight" fmla="*/ 291960 w 291600"/>
                <a:gd name="textAreaTop" fmla="*/ 360 h 292320"/>
                <a:gd name="textAreaBottom" fmla="*/ 29304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3" name="Google Shape;929;p19"/>
            <p:cNvSpPr/>
            <p:nvPr/>
          </p:nvSpPr>
          <p:spPr>
            <a:xfrm flipV="1" rot="16200000">
              <a:off x="7937280" y="2820600"/>
              <a:ext cx="158040" cy="158040"/>
            </a:xfrm>
            <a:custGeom>
              <a:avLst/>
              <a:gdLst>
                <a:gd name="textAreaLeft" fmla="*/ 0 w 158040"/>
                <a:gd name="textAreaRight" fmla="*/ 158400 w 158040"/>
                <a:gd name="textAreaTop" fmla="*/ -360 h 158040"/>
                <a:gd name="textAreaBottom" fmla="*/ 15804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4" name="Google Shape;930;p19"/>
            <p:cNvSpPr/>
            <p:nvPr/>
          </p:nvSpPr>
          <p:spPr>
            <a:xfrm flipV="1" rot="16200000">
              <a:off x="7932240" y="2815560"/>
              <a:ext cx="167400" cy="167400"/>
            </a:xfrm>
            <a:custGeom>
              <a:avLst/>
              <a:gdLst>
                <a:gd name="textAreaLeft" fmla="*/ 0 w 167400"/>
                <a:gd name="textAreaRight" fmla="*/ 167760 w 167400"/>
                <a:gd name="textAreaTop" fmla="*/ -360 h 167400"/>
                <a:gd name="textAreaBottom" fmla="*/ 16740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5" name="Google Shape;931;p19"/>
          <p:cNvGrpSpPr/>
          <p:nvPr/>
        </p:nvGrpSpPr>
        <p:grpSpPr>
          <a:xfrm>
            <a:off x="8012880" y="177840"/>
            <a:ext cx="174600" cy="174600"/>
            <a:chOff x="8012880" y="177840"/>
            <a:chExt cx="174600" cy="174600"/>
          </a:xfrm>
        </p:grpSpPr>
        <p:sp>
          <p:nvSpPr>
            <p:cNvPr id="56" name="Google Shape;932;p19"/>
            <p:cNvSpPr/>
            <p:nvPr/>
          </p:nvSpPr>
          <p:spPr>
            <a:xfrm flipV="1" rot="16200000">
              <a:off x="8016840" y="182520"/>
              <a:ext cx="165600" cy="165240"/>
            </a:xfrm>
            <a:custGeom>
              <a:avLst/>
              <a:gdLst>
                <a:gd name="textAreaLeft" fmla="*/ 0 w 165600"/>
                <a:gd name="textAreaRight" fmla="*/ 165960 w 165600"/>
                <a:gd name="textAreaTop" fmla="*/ -360 h 165240"/>
                <a:gd name="textAreaBottom" fmla="*/ 16524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7" name="Google Shape;933;p19"/>
            <p:cNvSpPr/>
            <p:nvPr/>
          </p:nvSpPr>
          <p:spPr>
            <a:xfrm flipV="1" rot="16200000">
              <a:off x="8012880" y="177480"/>
              <a:ext cx="174600" cy="174600"/>
            </a:xfrm>
            <a:custGeom>
              <a:avLst/>
              <a:gdLst>
                <a:gd name="textAreaLeft" fmla="*/ 0 w 174600"/>
                <a:gd name="textAreaRight" fmla="*/ 174960 w 174600"/>
                <a:gd name="textAreaTop" fmla="*/ -360 h 174600"/>
                <a:gd name="textAreaBottom" fmla="*/ 17460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8" name="Google Shape;934;p19"/>
            <p:cNvSpPr/>
            <p:nvPr/>
          </p:nvSpPr>
          <p:spPr>
            <a:xfrm flipV="1" rot="16200000">
              <a:off x="8053560" y="218880"/>
              <a:ext cx="92160" cy="92880"/>
            </a:xfrm>
            <a:custGeom>
              <a:avLst/>
              <a:gdLst>
                <a:gd name="textAreaLeft" fmla="*/ 0 w 92160"/>
                <a:gd name="textAreaRight" fmla="*/ 92520 w 92160"/>
                <a:gd name="textAreaTop" fmla="*/ 360 h 92880"/>
                <a:gd name="textAreaBottom" fmla="*/ 9360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9" name="Google Shape;935;p19"/>
            <p:cNvSpPr/>
            <p:nvPr/>
          </p:nvSpPr>
          <p:spPr>
            <a:xfrm flipV="1" rot="16200000">
              <a:off x="8048880" y="214920"/>
              <a:ext cx="102240" cy="101520"/>
            </a:xfrm>
            <a:custGeom>
              <a:avLst/>
              <a:gdLst>
                <a:gd name="textAreaLeft" fmla="*/ 0 w 102240"/>
                <a:gd name="textAreaRight" fmla="*/ 102600 w 102240"/>
                <a:gd name="textAreaTop" fmla="*/ 360 h 101520"/>
                <a:gd name="textAreaBottom" fmla="*/ 10224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0" name="Google Shape;936;p19"/>
          <p:cNvGrpSpPr/>
          <p:nvPr/>
        </p:nvGrpSpPr>
        <p:grpSpPr>
          <a:xfrm>
            <a:off x="7551720" y="3880440"/>
            <a:ext cx="293040" cy="292680"/>
            <a:chOff x="7551720" y="3880440"/>
            <a:chExt cx="293040" cy="292680"/>
          </a:xfrm>
        </p:grpSpPr>
        <p:sp>
          <p:nvSpPr>
            <p:cNvPr id="61" name="Google Shape;937;p19"/>
            <p:cNvSpPr/>
            <p:nvPr/>
          </p:nvSpPr>
          <p:spPr>
            <a:xfrm flipH="1" rot="5400000">
              <a:off x="7553880" y="388260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2" name="Google Shape;938;p19"/>
            <p:cNvSpPr/>
            <p:nvPr/>
          </p:nvSpPr>
          <p:spPr>
            <a:xfrm flipH="1" rot="5400000">
              <a:off x="7551720" y="388008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3" name="Google Shape;939;p19"/>
            <p:cNvSpPr/>
            <p:nvPr/>
          </p:nvSpPr>
          <p:spPr>
            <a:xfrm flipH="1" rot="5400000">
              <a:off x="7589520" y="391932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4" name="Google Shape;940;p19"/>
            <p:cNvSpPr/>
            <p:nvPr/>
          </p:nvSpPr>
          <p:spPr>
            <a:xfrm flipH="1" rot="5400000">
              <a:off x="7587360" y="391680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5" name="Google Shape;941;p19"/>
            <p:cNvSpPr/>
            <p:nvPr/>
          </p:nvSpPr>
          <p:spPr>
            <a:xfrm flipH="1" rot="5400000">
              <a:off x="7629480" y="395928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66" name="Google Shape;942;p19"/>
            <p:cNvSpPr/>
            <p:nvPr/>
          </p:nvSpPr>
          <p:spPr>
            <a:xfrm flipH="1" rot="5400000">
              <a:off x="7627680" y="395640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67" name="Google Shape;943;p19"/>
          <p:cNvGrpSpPr/>
          <p:nvPr/>
        </p:nvGrpSpPr>
        <p:grpSpPr>
          <a:xfrm>
            <a:off x="8333280" y="249120"/>
            <a:ext cx="26640" cy="174600"/>
            <a:chOff x="8333280" y="249120"/>
            <a:chExt cx="26640" cy="174600"/>
          </a:xfrm>
        </p:grpSpPr>
        <p:sp>
          <p:nvSpPr>
            <p:cNvPr id="68" name="Google Shape;944;p19"/>
            <p:cNvSpPr/>
            <p:nvPr/>
          </p:nvSpPr>
          <p:spPr>
            <a:xfrm flipV="1" rot="16200000">
              <a:off x="8333280" y="39708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69" name="Google Shape;945;p19"/>
            <p:cNvSpPr/>
            <p:nvPr/>
          </p:nvSpPr>
          <p:spPr>
            <a:xfrm flipV="1" rot="16200000">
              <a:off x="8333280" y="32328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0" name="Google Shape;946;p19"/>
            <p:cNvSpPr/>
            <p:nvPr/>
          </p:nvSpPr>
          <p:spPr>
            <a:xfrm flipV="1" rot="16200000">
              <a:off x="8333280" y="24912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71" name="Google Shape;947;p19"/>
          <p:cNvCxnSpPr/>
          <p:nvPr/>
        </p:nvCxnSpPr>
        <p:spPr>
          <a:xfrm flipH="1" flipV="1">
            <a:off x="1513800" y="1824840"/>
            <a:ext cx="126360" cy="1672920"/>
          </a:xfrm>
          <a:prstGeom prst="straightConnector1">
            <a:avLst/>
          </a:prstGeom>
          <a:ln w="9525">
            <a:solidFill>
              <a:srgbClr val="494949"/>
            </a:solidFill>
            <a:round/>
          </a:ln>
        </p:spPr>
      </p:cxnSp>
      <p:cxnSp>
        <p:nvCxnSpPr>
          <p:cNvPr id="72" name="Google Shape;948;p19"/>
          <p:cNvCxnSpPr/>
          <p:nvPr/>
        </p:nvCxnSpPr>
        <p:spPr>
          <a:xfrm flipV="1">
            <a:off x="889920" y="3510720"/>
            <a:ext cx="743760" cy="829800"/>
          </a:xfrm>
          <a:prstGeom prst="straightConnector1">
            <a:avLst/>
          </a:prstGeom>
          <a:ln w="9525">
            <a:solidFill>
              <a:srgbClr val="494949"/>
            </a:solidFill>
            <a:round/>
          </a:ln>
        </p:spPr>
      </p:cxnSp>
      <p:cxnSp>
        <p:nvCxnSpPr>
          <p:cNvPr id="73" name="Google Shape;949;p19"/>
          <p:cNvCxnSpPr/>
          <p:nvPr/>
        </p:nvCxnSpPr>
        <p:spPr>
          <a:xfrm flipH="1" flipV="1">
            <a:off x="909720" y="4347000"/>
            <a:ext cx="1188360" cy="796680"/>
          </a:xfrm>
          <a:prstGeom prst="straightConnector1">
            <a:avLst/>
          </a:prstGeom>
          <a:ln w="9525">
            <a:solidFill>
              <a:srgbClr val="494949"/>
            </a:solidFill>
            <a:round/>
          </a:ln>
        </p:spPr>
      </p:cxnSp>
      <p:grpSp>
        <p:nvGrpSpPr>
          <p:cNvPr id="74" name="Google Shape;950;p19"/>
          <p:cNvGrpSpPr/>
          <p:nvPr/>
        </p:nvGrpSpPr>
        <p:grpSpPr>
          <a:xfrm>
            <a:off x="621360" y="4062240"/>
            <a:ext cx="582120" cy="581400"/>
            <a:chOff x="621360" y="4062240"/>
            <a:chExt cx="582120" cy="581400"/>
          </a:xfrm>
        </p:grpSpPr>
        <p:sp>
          <p:nvSpPr>
            <p:cNvPr id="75" name="Google Shape;951;p19"/>
            <p:cNvSpPr/>
            <p:nvPr/>
          </p:nvSpPr>
          <p:spPr>
            <a:xfrm rot="5400000">
              <a:off x="626040" y="40669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6" name="Google Shape;952;p19"/>
            <p:cNvSpPr/>
            <p:nvPr/>
          </p:nvSpPr>
          <p:spPr>
            <a:xfrm rot="5400000">
              <a:off x="621360" y="40618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7" name="Google Shape;953;p19"/>
            <p:cNvSpPr/>
            <p:nvPr/>
          </p:nvSpPr>
          <p:spPr>
            <a:xfrm rot="5400000">
              <a:off x="698760" y="41396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78" name="Google Shape;954;p19"/>
            <p:cNvSpPr/>
            <p:nvPr/>
          </p:nvSpPr>
          <p:spPr>
            <a:xfrm rot="5400000">
              <a:off x="694080" y="41342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79" name="Google Shape;955;p19"/>
            <p:cNvSpPr/>
            <p:nvPr/>
          </p:nvSpPr>
          <p:spPr>
            <a:xfrm rot="5400000">
              <a:off x="777600" y="42177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0" name="Google Shape;956;p19"/>
            <p:cNvSpPr/>
            <p:nvPr/>
          </p:nvSpPr>
          <p:spPr>
            <a:xfrm rot="5400000">
              <a:off x="772560" y="42134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1" name="Google Shape;957;p19"/>
          <p:cNvGrpSpPr/>
          <p:nvPr/>
        </p:nvGrpSpPr>
        <p:grpSpPr>
          <a:xfrm>
            <a:off x="1482840" y="3351240"/>
            <a:ext cx="292320" cy="291600"/>
            <a:chOff x="1482840" y="3351240"/>
            <a:chExt cx="292320" cy="291600"/>
          </a:xfrm>
        </p:grpSpPr>
        <p:sp>
          <p:nvSpPr>
            <p:cNvPr id="82" name="Google Shape;958;p19"/>
            <p:cNvSpPr/>
            <p:nvPr/>
          </p:nvSpPr>
          <p:spPr>
            <a:xfrm rot="5400000">
              <a:off x="1487880" y="33562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3" name="Google Shape;959;p19"/>
            <p:cNvSpPr/>
            <p:nvPr/>
          </p:nvSpPr>
          <p:spPr>
            <a:xfrm rot="5400000">
              <a:off x="1483200" y="335088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4" name="Google Shape;960;p19"/>
            <p:cNvSpPr/>
            <p:nvPr/>
          </p:nvSpPr>
          <p:spPr>
            <a:xfrm rot="5400000">
              <a:off x="1550160" y="341784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rgbClr val="77c6fc"/>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5" name="Google Shape;961;p19"/>
            <p:cNvSpPr/>
            <p:nvPr/>
          </p:nvSpPr>
          <p:spPr>
            <a:xfrm rot="5400000">
              <a:off x="1545480" y="341352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rgbClr val="494949"/>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86" name="Google Shape;962;p19"/>
          <p:cNvGrpSpPr/>
          <p:nvPr/>
        </p:nvGrpSpPr>
        <p:grpSpPr>
          <a:xfrm>
            <a:off x="1595520" y="4790160"/>
            <a:ext cx="174600" cy="174600"/>
            <a:chOff x="1595520" y="4790160"/>
            <a:chExt cx="174600" cy="174600"/>
          </a:xfrm>
        </p:grpSpPr>
        <p:sp>
          <p:nvSpPr>
            <p:cNvPr id="87" name="Google Shape;963;p19"/>
            <p:cNvSpPr/>
            <p:nvPr/>
          </p:nvSpPr>
          <p:spPr>
            <a:xfrm rot="5400000">
              <a:off x="1599480" y="47948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8" name="Google Shape;964;p19"/>
            <p:cNvSpPr/>
            <p:nvPr/>
          </p:nvSpPr>
          <p:spPr>
            <a:xfrm rot="5400000">
              <a:off x="1595520" y="479016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rgbClr val="494949"/>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89" name="Google Shape;965;p19"/>
            <p:cNvSpPr/>
            <p:nvPr/>
          </p:nvSpPr>
          <p:spPr>
            <a:xfrm rot="5400000">
              <a:off x="1636200" y="48312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rgbClr val="77c6fc"/>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0" name="Google Shape;966;p19"/>
            <p:cNvSpPr/>
            <p:nvPr/>
          </p:nvSpPr>
          <p:spPr>
            <a:xfrm rot="5400000">
              <a:off x="1631520" y="48268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rgbClr val="494949"/>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91" name="Google Shape;967;p19"/>
          <p:cNvSpPr/>
          <p:nvPr/>
        </p:nvSpPr>
        <p:spPr>
          <a:xfrm rot="5400000">
            <a:off x="1377360" y="1688760"/>
            <a:ext cx="288360" cy="288000"/>
          </a:xfrm>
          <a:custGeom>
            <a:avLst/>
            <a:gdLst>
              <a:gd name="textAreaLeft" fmla="*/ 0 w 288360"/>
              <a:gd name="textAreaRight" fmla="*/ 28872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2" name="Google Shape;968;p19"/>
          <p:cNvSpPr/>
          <p:nvPr/>
        </p:nvSpPr>
        <p:spPr>
          <a:xfrm rot="5400000">
            <a:off x="1375200" y="1685880"/>
            <a:ext cx="292680" cy="293040"/>
          </a:xfrm>
          <a:custGeom>
            <a:avLst/>
            <a:gdLst>
              <a:gd name="textAreaLeft" fmla="*/ 0 w 292680"/>
              <a:gd name="textAreaRight" fmla="*/ 29304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3" name="Google Shape;969;p19"/>
          <p:cNvSpPr/>
          <p:nvPr/>
        </p:nvSpPr>
        <p:spPr>
          <a:xfrm rot="5400000">
            <a:off x="1413720" y="1725120"/>
            <a:ext cx="215280" cy="214920"/>
          </a:xfrm>
          <a:custGeom>
            <a:avLst/>
            <a:gdLst>
              <a:gd name="textAreaLeft" fmla="*/ 0 w 215280"/>
              <a:gd name="textAreaRight" fmla="*/ 21564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4" name="Google Shape;970;p19"/>
          <p:cNvSpPr/>
          <p:nvPr/>
        </p:nvSpPr>
        <p:spPr>
          <a:xfrm rot="5400000">
            <a:off x="1411560" y="1722600"/>
            <a:ext cx="219600" cy="219960"/>
          </a:xfrm>
          <a:custGeom>
            <a:avLst/>
            <a:gdLst>
              <a:gd name="textAreaLeft" fmla="*/ 0 w 219600"/>
              <a:gd name="textAreaRight" fmla="*/ 21996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5" name="Google Shape;971;p19"/>
          <p:cNvSpPr/>
          <p:nvPr/>
        </p:nvSpPr>
        <p:spPr>
          <a:xfrm rot="5400000">
            <a:off x="1453680" y="1764720"/>
            <a:ext cx="135720" cy="135720"/>
          </a:xfrm>
          <a:custGeom>
            <a:avLst/>
            <a:gdLst>
              <a:gd name="textAreaLeft" fmla="*/ 0 w 135720"/>
              <a:gd name="textAreaRight" fmla="*/ 13608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rgbClr val="77c6fc"/>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6" name="Google Shape;972;p19"/>
          <p:cNvSpPr/>
          <p:nvPr/>
        </p:nvSpPr>
        <p:spPr>
          <a:xfrm rot="5400000">
            <a:off x="1451160" y="1762560"/>
            <a:ext cx="140760" cy="140400"/>
          </a:xfrm>
          <a:custGeom>
            <a:avLst/>
            <a:gdLst>
              <a:gd name="textAreaLeft" fmla="*/ 0 w 140760"/>
              <a:gd name="textAreaRight" fmla="*/ 14112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rgbClr val="494949"/>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97" name="Google Shape;973;p19"/>
          <p:cNvGrpSpPr/>
          <p:nvPr/>
        </p:nvGrpSpPr>
        <p:grpSpPr>
          <a:xfrm>
            <a:off x="1775520" y="1441440"/>
            <a:ext cx="26640" cy="174600"/>
            <a:chOff x="1775520" y="1441440"/>
            <a:chExt cx="26640" cy="174600"/>
          </a:xfrm>
        </p:grpSpPr>
        <p:sp>
          <p:nvSpPr>
            <p:cNvPr id="98" name="Google Shape;974;p19"/>
            <p:cNvSpPr/>
            <p:nvPr/>
          </p:nvSpPr>
          <p:spPr>
            <a:xfrm rot="5400000">
              <a:off x="1775520" y="14414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9" name="Google Shape;975;p19"/>
            <p:cNvSpPr/>
            <p:nvPr/>
          </p:nvSpPr>
          <p:spPr>
            <a:xfrm rot="5400000">
              <a:off x="1775520" y="151524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0" name="Google Shape;976;p19"/>
            <p:cNvSpPr/>
            <p:nvPr/>
          </p:nvSpPr>
          <p:spPr>
            <a:xfrm rot="5400000">
              <a:off x="1775520" y="158940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1" name="Google Shape;977;p19"/>
          <p:cNvGrpSpPr/>
          <p:nvPr/>
        </p:nvGrpSpPr>
        <p:grpSpPr>
          <a:xfrm>
            <a:off x="1893960" y="4488120"/>
            <a:ext cx="26640" cy="174600"/>
            <a:chOff x="1893960" y="4488120"/>
            <a:chExt cx="26640" cy="174600"/>
          </a:xfrm>
        </p:grpSpPr>
        <p:sp>
          <p:nvSpPr>
            <p:cNvPr id="102" name="Google Shape;978;p19"/>
            <p:cNvSpPr/>
            <p:nvPr/>
          </p:nvSpPr>
          <p:spPr>
            <a:xfrm rot="5400000">
              <a:off x="1893960" y="448812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3" name="Google Shape;979;p19"/>
            <p:cNvSpPr/>
            <p:nvPr/>
          </p:nvSpPr>
          <p:spPr>
            <a:xfrm rot="5400000">
              <a:off x="1893960" y="456192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4" name="Google Shape;980;p19"/>
            <p:cNvSpPr/>
            <p:nvPr/>
          </p:nvSpPr>
          <p:spPr>
            <a:xfrm rot="5400000">
              <a:off x="1893960" y="4636080"/>
              <a:ext cx="26640" cy="26640"/>
            </a:xfrm>
            <a:prstGeom prst="ellipse">
              <a:avLst/>
            </a:pr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05" name="Google Shape;981;p19"/>
          <p:cNvGrpSpPr/>
          <p:nvPr/>
        </p:nvGrpSpPr>
        <p:grpSpPr>
          <a:xfrm>
            <a:off x="483120" y="4066920"/>
            <a:ext cx="26640" cy="174600"/>
            <a:chOff x="483120" y="4066920"/>
            <a:chExt cx="26640" cy="174600"/>
          </a:xfrm>
        </p:grpSpPr>
        <p:sp>
          <p:nvSpPr>
            <p:cNvPr id="106" name="Google Shape;982;p19"/>
            <p:cNvSpPr/>
            <p:nvPr/>
          </p:nvSpPr>
          <p:spPr>
            <a:xfrm rot="5400000">
              <a:off x="483120" y="4066920"/>
              <a:ext cx="26640" cy="26640"/>
            </a:xfrm>
            <a:prstGeom prst="ellipse">
              <a:avLst/>
            </a:prstGeom>
            <a:solidFill>
              <a:srgbClr val="595959"/>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7" name="Google Shape;983;p19"/>
            <p:cNvSpPr/>
            <p:nvPr/>
          </p:nvSpPr>
          <p:spPr>
            <a:xfrm rot="5400000">
              <a:off x="483120" y="4140720"/>
              <a:ext cx="26640" cy="26640"/>
            </a:xfrm>
            <a:prstGeom prst="ellipse">
              <a:avLst/>
            </a:prstGeom>
            <a:solidFill>
              <a:srgbClr val="595959"/>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08" name="Google Shape;984;p19"/>
            <p:cNvSpPr/>
            <p:nvPr/>
          </p:nvSpPr>
          <p:spPr>
            <a:xfrm rot="5400000">
              <a:off x="483120" y="4214880"/>
              <a:ext cx="26640" cy="26640"/>
            </a:xfrm>
            <a:prstGeom prst="ellipse">
              <a:avLst/>
            </a:prstGeom>
            <a:solidFill>
              <a:srgbClr val="595959"/>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AND_BODY_1">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spTree>
      <p:nvGrpSpPr>
        <p:cNvPr id="1" name=""/>
        <p:cNvGrpSpPr/>
        <p:nvPr/>
      </p:nvGrpSpPr>
      <p:grpSpPr>
        <a:xfrm>
          <a:off x="0" y="0"/>
          <a:ext cx="0" cy="0"/>
          <a:chOff x="0" y="0"/>
          <a:chExt cx="0" cy="0"/>
        </a:xfrm>
      </p:grpSpPr>
      <p:sp>
        <p:nvSpPr>
          <p:cNvPr id="217" name="PlaceHolder 1"/>
          <p:cNvSpPr>
            <a:spLocks noGrp="1"/>
          </p:cNvSpPr>
          <p:nvPr>
            <p:ph type="title"/>
          </p:nvPr>
        </p:nvSpPr>
        <p:spPr>
          <a:xfrm>
            <a:off x="2105280" y="384120"/>
            <a:ext cx="4937400" cy="1078920"/>
          </a:xfrm>
          <a:prstGeom prst="rect">
            <a:avLst/>
          </a:prstGeom>
          <a:noFill/>
          <a:ln w="0">
            <a:noFill/>
          </a:ln>
        </p:spPr>
        <p:txBody>
          <a:bodyPr lIns="0" rIns="0" tIns="0" bIns="0" anchor="ctr">
            <a:spAutoFit/>
          </a:bodyPr>
          <a:p>
            <a:pPr indent="0">
              <a:buNone/>
            </a:pPr>
            <a:endParaRPr b="0" lang="fr-FR" sz="1800" strike="noStrike" u="none">
              <a:solidFill>
                <a:schemeClr val="dk1"/>
              </a:solidFill>
              <a:effectLst/>
              <a:uFillTx/>
              <a:latin typeface="Arial"/>
            </a:endParaRPr>
          </a:p>
        </p:txBody>
      </p:sp>
      <p:sp>
        <p:nvSpPr>
          <p:cNvPr id="218"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pPr indent="0">
              <a:spcBef>
                <a:spcPts val="1417"/>
              </a:spcBef>
              <a:buNone/>
            </a:pPr>
            <a:endParaRPr b="0" lang="fr-FR" sz="1400" strike="noStrike" u="non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09" name="PlaceHolder 1"/>
          <p:cNvSpPr>
            <a:spLocks noGrp="1"/>
          </p:cNvSpPr>
          <p:nvPr>
            <p:ph type="title"/>
          </p:nvPr>
        </p:nvSpPr>
        <p:spPr>
          <a:xfrm>
            <a:off x="2532960" y="338400"/>
            <a:ext cx="4087080" cy="575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sp>
        <p:nvSpPr>
          <p:cNvPr id="110" name="PlaceHolder 2"/>
          <p:cNvSpPr>
            <a:spLocks noGrp="1"/>
          </p:cNvSpPr>
          <p:nvPr>
            <p:ph type="body"/>
          </p:nvPr>
        </p:nvSpPr>
        <p:spPr>
          <a:xfrm>
            <a:off x="714600" y="1152000"/>
            <a:ext cx="7705080" cy="3529080"/>
          </a:xfrm>
          <a:prstGeom prst="rect">
            <a:avLst/>
          </a:prstGeom>
          <a:noFill/>
          <a:ln w="0">
            <a:noFill/>
          </a:ln>
        </p:spPr>
        <p:txBody>
          <a:bodyPr lIns="91440" rIns="91440" tIns="91440" bIns="91440" anchor="ctr">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cxnSp>
        <p:nvCxnSpPr>
          <p:cNvPr id="111" name="Google Shape;1142;p23"/>
          <p:cNvCxnSpPr/>
          <p:nvPr/>
        </p:nvCxnSpPr>
        <p:spPr>
          <a:xfrm flipH="1" flipV="1">
            <a:off x="302760" y="3359160"/>
            <a:ext cx="152280" cy="957600"/>
          </a:xfrm>
          <a:prstGeom prst="straightConnector1">
            <a:avLst/>
          </a:prstGeom>
          <a:ln w="9525">
            <a:solidFill>
              <a:srgbClr val="3d3d3d"/>
            </a:solidFill>
            <a:round/>
          </a:ln>
        </p:spPr>
      </p:cxnSp>
      <p:cxnSp>
        <p:nvCxnSpPr>
          <p:cNvPr id="112" name="Google Shape;1143;p23"/>
          <p:cNvCxnSpPr/>
          <p:nvPr/>
        </p:nvCxnSpPr>
        <p:spPr>
          <a:xfrm flipV="1">
            <a:off x="0" y="4332240"/>
            <a:ext cx="446760" cy="664560"/>
          </a:xfrm>
          <a:prstGeom prst="straightConnector1">
            <a:avLst/>
          </a:prstGeom>
          <a:ln w="9525">
            <a:solidFill>
              <a:srgbClr val="3d3d3d"/>
            </a:solidFill>
            <a:round/>
          </a:ln>
        </p:spPr>
      </p:cxnSp>
      <p:grpSp>
        <p:nvGrpSpPr>
          <p:cNvPr id="113" name="Google Shape;1144;p23"/>
          <p:cNvGrpSpPr/>
          <p:nvPr/>
        </p:nvGrpSpPr>
        <p:grpSpPr>
          <a:xfrm>
            <a:off x="300600" y="4167720"/>
            <a:ext cx="291600" cy="292320"/>
            <a:chOff x="300600" y="4167720"/>
            <a:chExt cx="291600" cy="292320"/>
          </a:xfrm>
        </p:grpSpPr>
        <p:sp>
          <p:nvSpPr>
            <p:cNvPr id="114" name="Google Shape;1145;p23"/>
            <p:cNvSpPr/>
            <p:nvPr/>
          </p:nvSpPr>
          <p:spPr>
            <a:xfrm flipH="1">
              <a:off x="305280" y="4172760"/>
              <a:ext cx="282240" cy="282240"/>
            </a:xfrm>
            <a:custGeom>
              <a:avLst/>
              <a:gdLst>
                <a:gd name="textAreaLeft" fmla="*/ 360 w 282240"/>
                <a:gd name="textAreaRight" fmla="*/ 28296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5" name="Google Shape;1146;p23"/>
            <p:cNvSpPr/>
            <p:nvPr/>
          </p:nvSpPr>
          <p:spPr>
            <a:xfrm flipH="1">
              <a:off x="300600" y="4167720"/>
              <a:ext cx="291600" cy="292320"/>
            </a:xfrm>
            <a:custGeom>
              <a:avLst/>
              <a:gdLst>
                <a:gd name="textAreaLeft" fmla="*/ 360 w 291600"/>
                <a:gd name="textAreaRight" fmla="*/ 29232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16" name="Google Shape;1147;p23"/>
            <p:cNvSpPr/>
            <p:nvPr/>
          </p:nvSpPr>
          <p:spPr>
            <a:xfrm flipH="1">
              <a:off x="366840" y="4234680"/>
              <a:ext cx="158040" cy="158040"/>
            </a:xfrm>
            <a:custGeom>
              <a:avLst/>
              <a:gdLst>
                <a:gd name="textAreaLeft" fmla="*/ -360 w 158040"/>
                <a:gd name="textAreaRight" fmla="*/ 15804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17" name="Google Shape;1148;p23"/>
            <p:cNvSpPr/>
            <p:nvPr/>
          </p:nvSpPr>
          <p:spPr>
            <a:xfrm flipH="1">
              <a:off x="361800" y="4230360"/>
              <a:ext cx="167400" cy="167400"/>
            </a:xfrm>
            <a:custGeom>
              <a:avLst/>
              <a:gdLst>
                <a:gd name="textAreaLeft" fmla="*/ -360 w 167400"/>
                <a:gd name="textAreaRight" fmla="*/ 16740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18" name="Google Shape;1149;p23"/>
          <p:cNvGrpSpPr/>
          <p:nvPr/>
        </p:nvGrpSpPr>
        <p:grpSpPr>
          <a:xfrm>
            <a:off x="148320" y="3224160"/>
            <a:ext cx="292680" cy="293040"/>
            <a:chOff x="148320" y="3224160"/>
            <a:chExt cx="292680" cy="293040"/>
          </a:xfrm>
        </p:grpSpPr>
        <p:sp>
          <p:nvSpPr>
            <p:cNvPr id="119" name="Google Shape;1150;p23"/>
            <p:cNvSpPr/>
            <p:nvPr/>
          </p:nvSpPr>
          <p:spPr>
            <a:xfrm flipH="1">
              <a:off x="150480" y="3226680"/>
              <a:ext cx="288360" cy="288000"/>
            </a:xfrm>
            <a:custGeom>
              <a:avLst/>
              <a:gdLst>
                <a:gd name="textAreaLeft" fmla="*/ -360 w 288360"/>
                <a:gd name="textAreaRight" fmla="*/ 288360 w 288360"/>
                <a:gd name="textAreaTop" fmla="*/ 0 h 288000"/>
                <a:gd name="textAreaBottom" fmla="*/ 288360 h 28800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1151;p23"/>
            <p:cNvSpPr/>
            <p:nvPr/>
          </p:nvSpPr>
          <p:spPr>
            <a:xfrm flipH="1">
              <a:off x="147960" y="3224160"/>
              <a:ext cx="292680" cy="293040"/>
            </a:xfrm>
            <a:custGeom>
              <a:avLst/>
              <a:gdLst>
                <a:gd name="textAreaLeft" fmla="*/ -360 w 292680"/>
                <a:gd name="textAreaRight" fmla="*/ 292680 w 292680"/>
                <a:gd name="textAreaTop" fmla="*/ 0 h 293040"/>
                <a:gd name="textAreaBottom" fmla="*/ 293400 h 29304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1" name="Google Shape;1152;p23"/>
            <p:cNvSpPr/>
            <p:nvPr/>
          </p:nvSpPr>
          <p:spPr>
            <a:xfrm flipH="1">
              <a:off x="187560" y="3263400"/>
              <a:ext cx="215280" cy="214920"/>
            </a:xfrm>
            <a:custGeom>
              <a:avLst/>
              <a:gdLst>
                <a:gd name="textAreaLeft" fmla="*/ 360 w 215280"/>
                <a:gd name="textAreaRight" fmla="*/ 216000 w 215280"/>
                <a:gd name="textAreaTop" fmla="*/ 0 h 214920"/>
                <a:gd name="textAreaBottom" fmla="*/ 215280 h 21492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2" name="Google Shape;1153;p23"/>
            <p:cNvSpPr/>
            <p:nvPr/>
          </p:nvSpPr>
          <p:spPr>
            <a:xfrm flipH="1">
              <a:off x="185400" y="3260880"/>
              <a:ext cx="219600" cy="219960"/>
            </a:xfrm>
            <a:custGeom>
              <a:avLst/>
              <a:gdLst>
                <a:gd name="textAreaLeft" fmla="*/ 360 w 219600"/>
                <a:gd name="textAreaRight" fmla="*/ 220320 w 219600"/>
                <a:gd name="textAreaTop" fmla="*/ 0 h 219960"/>
                <a:gd name="textAreaBottom" fmla="*/ 220320 h 21996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23" name="Google Shape;1154;p23"/>
            <p:cNvSpPr/>
            <p:nvPr/>
          </p:nvSpPr>
          <p:spPr>
            <a:xfrm flipH="1">
              <a:off x="226800" y="3303000"/>
              <a:ext cx="135720" cy="135720"/>
            </a:xfrm>
            <a:custGeom>
              <a:avLst/>
              <a:gdLst>
                <a:gd name="textAreaLeft" fmla="*/ -360 w 135720"/>
                <a:gd name="textAreaRight" fmla="*/ 135720 w 135720"/>
                <a:gd name="textAreaTop" fmla="*/ 0 h 135720"/>
                <a:gd name="textAreaBottom" fmla="*/ 136080 h 13572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68040" bIns="68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4" name="Google Shape;1155;p23"/>
            <p:cNvSpPr/>
            <p:nvPr/>
          </p:nvSpPr>
          <p:spPr>
            <a:xfrm flipH="1">
              <a:off x="224280" y="3300840"/>
              <a:ext cx="140760" cy="140400"/>
            </a:xfrm>
            <a:custGeom>
              <a:avLst/>
              <a:gdLst>
                <a:gd name="textAreaLeft" fmla="*/ -360 w 140760"/>
                <a:gd name="textAreaRight" fmla="*/ 140760 w 140760"/>
                <a:gd name="textAreaTop" fmla="*/ 0 h 140400"/>
                <a:gd name="textAreaBottom" fmla="*/ 140760 h 1404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125" name="Google Shape;1156;p23"/>
          <p:cNvCxnSpPr/>
          <p:nvPr/>
        </p:nvCxnSpPr>
        <p:spPr>
          <a:xfrm flipH="1" flipV="1">
            <a:off x="7196760" y="294840"/>
            <a:ext cx="1157400" cy="543240"/>
          </a:xfrm>
          <a:prstGeom prst="straightConnector1">
            <a:avLst/>
          </a:prstGeom>
          <a:ln w="9525">
            <a:solidFill>
              <a:srgbClr val="3d3d3d"/>
            </a:solidFill>
            <a:round/>
          </a:ln>
        </p:spPr>
      </p:cxnSp>
      <p:cxnSp>
        <p:nvCxnSpPr>
          <p:cNvPr id="126" name="Google Shape;1157;p23"/>
          <p:cNvCxnSpPr/>
          <p:nvPr/>
        </p:nvCxnSpPr>
        <p:spPr>
          <a:xfrm flipH="1">
            <a:off x="8353800" y="-6480"/>
            <a:ext cx="792000" cy="836280"/>
          </a:xfrm>
          <a:prstGeom prst="straightConnector1">
            <a:avLst/>
          </a:prstGeom>
          <a:ln w="9525">
            <a:solidFill>
              <a:srgbClr val="3d3d3d"/>
            </a:solidFill>
            <a:round/>
          </a:ln>
        </p:spPr>
      </p:cxnSp>
      <p:grpSp>
        <p:nvGrpSpPr>
          <p:cNvPr id="127" name="Google Shape;1158;p23"/>
          <p:cNvGrpSpPr/>
          <p:nvPr/>
        </p:nvGrpSpPr>
        <p:grpSpPr>
          <a:xfrm>
            <a:off x="8064360" y="527040"/>
            <a:ext cx="581400" cy="582120"/>
            <a:chOff x="8064360" y="527040"/>
            <a:chExt cx="581400" cy="582120"/>
          </a:xfrm>
        </p:grpSpPr>
        <p:sp>
          <p:nvSpPr>
            <p:cNvPr id="128" name="Google Shape;1159;p23"/>
            <p:cNvSpPr/>
            <p:nvPr/>
          </p:nvSpPr>
          <p:spPr>
            <a:xfrm>
              <a:off x="8068680" y="53208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9" name="Google Shape;1160;p23"/>
            <p:cNvSpPr/>
            <p:nvPr/>
          </p:nvSpPr>
          <p:spPr>
            <a:xfrm>
              <a:off x="8064360" y="52704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0" name="Google Shape;1161;p23"/>
            <p:cNvSpPr/>
            <p:nvPr/>
          </p:nvSpPr>
          <p:spPr>
            <a:xfrm>
              <a:off x="8141040" y="60444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1" name="Google Shape;1162;p23"/>
            <p:cNvSpPr/>
            <p:nvPr/>
          </p:nvSpPr>
          <p:spPr>
            <a:xfrm>
              <a:off x="8136720" y="59940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2" name="Google Shape;1163;p23"/>
            <p:cNvSpPr/>
            <p:nvPr/>
          </p:nvSpPr>
          <p:spPr>
            <a:xfrm>
              <a:off x="8219880" y="68292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3" name="Google Shape;1164;p23"/>
            <p:cNvSpPr/>
            <p:nvPr/>
          </p:nvSpPr>
          <p:spPr>
            <a:xfrm>
              <a:off x="8215200" y="67860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4" name="Google Shape;1165;p23"/>
          <p:cNvGrpSpPr/>
          <p:nvPr/>
        </p:nvGrpSpPr>
        <p:grpSpPr>
          <a:xfrm>
            <a:off x="7034040" y="171000"/>
            <a:ext cx="291600" cy="292320"/>
            <a:chOff x="7034040" y="171000"/>
            <a:chExt cx="291600" cy="292320"/>
          </a:xfrm>
        </p:grpSpPr>
        <p:sp>
          <p:nvSpPr>
            <p:cNvPr id="135" name="Google Shape;1166;p23"/>
            <p:cNvSpPr/>
            <p:nvPr/>
          </p:nvSpPr>
          <p:spPr>
            <a:xfrm>
              <a:off x="7039080" y="1760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6" name="Google Shape;1167;p23"/>
            <p:cNvSpPr/>
            <p:nvPr/>
          </p:nvSpPr>
          <p:spPr>
            <a:xfrm>
              <a:off x="7034040" y="1710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37" name="Google Shape;1168;p23"/>
            <p:cNvSpPr/>
            <p:nvPr/>
          </p:nvSpPr>
          <p:spPr>
            <a:xfrm>
              <a:off x="7100640" y="23760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8" name="Google Shape;1169;p23"/>
            <p:cNvSpPr/>
            <p:nvPr/>
          </p:nvSpPr>
          <p:spPr>
            <a:xfrm>
              <a:off x="7096320" y="2332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39" name="Google Shape;1170;p23"/>
          <p:cNvGrpSpPr/>
          <p:nvPr/>
        </p:nvGrpSpPr>
        <p:grpSpPr>
          <a:xfrm>
            <a:off x="8758080" y="229680"/>
            <a:ext cx="174600" cy="174600"/>
            <a:chOff x="8758080" y="229680"/>
            <a:chExt cx="174600" cy="174600"/>
          </a:xfrm>
        </p:grpSpPr>
        <p:sp>
          <p:nvSpPr>
            <p:cNvPr id="140" name="Google Shape;1171;p23"/>
            <p:cNvSpPr/>
            <p:nvPr/>
          </p:nvSpPr>
          <p:spPr>
            <a:xfrm>
              <a:off x="8762400" y="23472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1" name="Google Shape;1172;p23"/>
            <p:cNvSpPr/>
            <p:nvPr/>
          </p:nvSpPr>
          <p:spPr>
            <a:xfrm>
              <a:off x="8758080" y="22968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2" name="Google Shape;1173;p23"/>
            <p:cNvSpPr/>
            <p:nvPr/>
          </p:nvSpPr>
          <p:spPr>
            <a:xfrm>
              <a:off x="8799120" y="2710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43" name="Google Shape;1174;p23"/>
            <p:cNvSpPr/>
            <p:nvPr/>
          </p:nvSpPr>
          <p:spPr>
            <a:xfrm>
              <a:off x="8794080" y="26640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44" name="Google Shape;1175;p23"/>
          <p:cNvGrpSpPr/>
          <p:nvPr/>
        </p:nvGrpSpPr>
        <p:grpSpPr>
          <a:xfrm>
            <a:off x="8489880" y="171000"/>
            <a:ext cx="174960" cy="26640"/>
            <a:chOff x="8489880" y="171000"/>
            <a:chExt cx="174960" cy="26640"/>
          </a:xfrm>
        </p:grpSpPr>
        <p:sp>
          <p:nvSpPr>
            <p:cNvPr id="145" name="Google Shape;1176;p23"/>
            <p:cNvSpPr/>
            <p:nvPr/>
          </p:nvSpPr>
          <p:spPr>
            <a:xfrm>
              <a:off x="8489880" y="17100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6" name="Google Shape;1177;p23"/>
            <p:cNvSpPr/>
            <p:nvPr/>
          </p:nvSpPr>
          <p:spPr>
            <a:xfrm>
              <a:off x="8564040" y="17100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47" name="Google Shape;1178;p23"/>
            <p:cNvSpPr/>
            <p:nvPr/>
          </p:nvSpPr>
          <p:spPr>
            <a:xfrm>
              <a:off x="8638200" y="17100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48" name="Google Shape;1179;p23"/>
          <p:cNvGrpSpPr/>
          <p:nvPr/>
        </p:nvGrpSpPr>
        <p:grpSpPr>
          <a:xfrm>
            <a:off x="7916400" y="1124640"/>
            <a:ext cx="174600" cy="26640"/>
            <a:chOff x="7916400" y="1124640"/>
            <a:chExt cx="174600" cy="26640"/>
          </a:xfrm>
        </p:grpSpPr>
        <p:sp>
          <p:nvSpPr>
            <p:cNvPr id="149" name="Google Shape;1180;p23"/>
            <p:cNvSpPr/>
            <p:nvPr/>
          </p:nvSpPr>
          <p:spPr>
            <a:xfrm>
              <a:off x="7916400" y="11246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0" name="Google Shape;1181;p23"/>
            <p:cNvSpPr/>
            <p:nvPr/>
          </p:nvSpPr>
          <p:spPr>
            <a:xfrm>
              <a:off x="7990200" y="11246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1" name="Google Shape;1182;p23"/>
            <p:cNvSpPr/>
            <p:nvPr/>
          </p:nvSpPr>
          <p:spPr>
            <a:xfrm>
              <a:off x="8064360" y="11246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p:clrMap bg1="lt1" tx1="dk1" bg2="dk2" tx2="lt2" accent1="accent1" accent2="accent2" accent3="accent3" accent4="accent4" accent5="accent5" accent6="accent6" hlink="hlink" folHlink="folHlink"/>
  <p:sldLayoutIdLst>
    <p:sldLayoutId id="2147483652"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grpSp>
        <p:nvGrpSpPr>
          <p:cNvPr id="152" name="Google Shape;111;p4"/>
          <p:cNvGrpSpPr/>
          <p:nvPr/>
        </p:nvGrpSpPr>
        <p:grpSpPr>
          <a:xfrm>
            <a:off x="4484520" y="4433040"/>
            <a:ext cx="174600" cy="26640"/>
            <a:chOff x="4484520" y="4433040"/>
            <a:chExt cx="174600" cy="26640"/>
          </a:xfrm>
        </p:grpSpPr>
        <p:sp>
          <p:nvSpPr>
            <p:cNvPr id="153" name="Google Shape;112;p4"/>
            <p:cNvSpPr/>
            <p:nvPr/>
          </p:nvSpPr>
          <p:spPr>
            <a:xfrm>
              <a:off x="4484520" y="443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4" name="Google Shape;113;p4"/>
            <p:cNvSpPr/>
            <p:nvPr/>
          </p:nvSpPr>
          <p:spPr>
            <a:xfrm>
              <a:off x="4558680" y="443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55" name="Google Shape;114;p4"/>
            <p:cNvSpPr/>
            <p:nvPr/>
          </p:nvSpPr>
          <p:spPr>
            <a:xfrm>
              <a:off x="4632480" y="443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156" name="PlaceHolder 1"/>
          <p:cNvSpPr>
            <a:spLocks noGrp="1"/>
          </p:cNvSpPr>
          <p:nvPr>
            <p:ph type="title"/>
          </p:nvPr>
        </p:nvSpPr>
        <p:spPr>
          <a:xfrm>
            <a:off x="1794960" y="2477880"/>
            <a:ext cx="5553720" cy="575640"/>
          </a:xfrm>
          <a:prstGeom prst="rect">
            <a:avLst/>
          </a:prstGeom>
          <a:noFill/>
          <a:ln w="0">
            <a:noFill/>
          </a:ln>
        </p:spPr>
        <p:txBody>
          <a:bodyPr lIns="91440" rIns="91440" tIns="91440" bIns="91440" anchor="t">
            <a:noAutofit/>
          </a:bodyPr>
          <a:p>
            <a:pPr indent="0">
              <a:buNone/>
            </a:pPr>
            <a:r>
              <a:rPr b="0" lang="fr-FR" sz="2800" strike="noStrike" u="none">
                <a:solidFill>
                  <a:schemeClr val="dk1"/>
                </a:solidFill>
                <a:effectLst/>
                <a:uFillTx/>
                <a:latin typeface="Arial"/>
              </a:rPr>
              <a:t>Click to edit the title text format</a:t>
            </a:r>
            <a:endParaRPr b="0" lang="fr-FR" sz="2800" strike="noStrike" u="none">
              <a:solidFill>
                <a:schemeClr val="dk1"/>
              </a:solidFill>
              <a:effectLst/>
              <a:uFillTx/>
              <a:latin typeface="Arial"/>
            </a:endParaRPr>
          </a:p>
        </p:txBody>
      </p:sp>
      <p:grpSp>
        <p:nvGrpSpPr>
          <p:cNvPr id="157" name="Google Shape;116;p4"/>
          <p:cNvGrpSpPr/>
          <p:nvPr/>
        </p:nvGrpSpPr>
        <p:grpSpPr>
          <a:xfrm>
            <a:off x="432720" y="0"/>
            <a:ext cx="8278200" cy="5165640"/>
            <a:chOff x="432720" y="0"/>
            <a:chExt cx="8278200" cy="5165640"/>
          </a:xfrm>
        </p:grpSpPr>
        <p:cxnSp>
          <p:nvCxnSpPr>
            <p:cNvPr id="158" name="Google Shape;117;p4"/>
            <p:cNvCxnSpPr/>
            <p:nvPr/>
          </p:nvCxnSpPr>
          <p:spPr>
            <a:xfrm flipV="1">
              <a:off x="8420040" y="2664000"/>
              <a:ext cx="360" cy="2502000"/>
            </a:xfrm>
            <a:prstGeom prst="straightConnector1">
              <a:avLst/>
            </a:prstGeom>
            <a:ln w="9525">
              <a:solidFill>
                <a:srgbClr val="3d3d3d"/>
              </a:solidFill>
              <a:round/>
            </a:ln>
          </p:spPr>
        </p:cxnSp>
        <p:grpSp>
          <p:nvGrpSpPr>
            <p:cNvPr id="159" name="Google Shape;118;p4"/>
            <p:cNvGrpSpPr/>
            <p:nvPr/>
          </p:nvGrpSpPr>
          <p:grpSpPr>
            <a:xfrm>
              <a:off x="8129520" y="4292280"/>
              <a:ext cx="581400" cy="582120"/>
              <a:chOff x="8129520" y="4292280"/>
              <a:chExt cx="581400" cy="582120"/>
            </a:xfrm>
          </p:grpSpPr>
          <p:sp>
            <p:nvSpPr>
              <p:cNvPr id="160" name="Google Shape;119;p4"/>
              <p:cNvSpPr/>
              <p:nvPr/>
            </p:nvSpPr>
            <p:spPr>
              <a:xfrm>
                <a:off x="8133840" y="429732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1" name="Google Shape;120;p4"/>
              <p:cNvSpPr/>
              <p:nvPr/>
            </p:nvSpPr>
            <p:spPr>
              <a:xfrm>
                <a:off x="8129520" y="429228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2" name="Google Shape;121;p4"/>
              <p:cNvSpPr/>
              <p:nvPr/>
            </p:nvSpPr>
            <p:spPr>
              <a:xfrm>
                <a:off x="8206200" y="436968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3" name="Google Shape;122;p4"/>
              <p:cNvSpPr/>
              <p:nvPr/>
            </p:nvSpPr>
            <p:spPr>
              <a:xfrm>
                <a:off x="8201880" y="436464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4" name="Google Shape;123;p4"/>
              <p:cNvSpPr/>
              <p:nvPr/>
            </p:nvSpPr>
            <p:spPr>
              <a:xfrm>
                <a:off x="8284680" y="444816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5" name="Google Shape;124;p4"/>
              <p:cNvSpPr/>
              <p:nvPr/>
            </p:nvSpPr>
            <p:spPr>
              <a:xfrm>
                <a:off x="8280360" y="444384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66" name="Google Shape;125;p4"/>
            <p:cNvGrpSpPr/>
            <p:nvPr/>
          </p:nvGrpSpPr>
          <p:grpSpPr>
            <a:xfrm>
              <a:off x="8274240" y="3720600"/>
              <a:ext cx="291600" cy="292320"/>
              <a:chOff x="8274240" y="3720600"/>
              <a:chExt cx="291600" cy="292320"/>
            </a:xfrm>
          </p:grpSpPr>
          <p:sp>
            <p:nvSpPr>
              <p:cNvPr id="167" name="Google Shape;126;p4"/>
              <p:cNvSpPr/>
              <p:nvPr/>
            </p:nvSpPr>
            <p:spPr>
              <a:xfrm>
                <a:off x="8279280" y="372564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68" name="Google Shape;127;p4"/>
              <p:cNvSpPr/>
              <p:nvPr/>
            </p:nvSpPr>
            <p:spPr>
              <a:xfrm>
                <a:off x="8274240" y="372060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9" name="Google Shape;128;p4"/>
              <p:cNvSpPr/>
              <p:nvPr/>
            </p:nvSpPr>
            <p:spPr>
              <a:xfrm>
                <a:off x="8341200" y="37875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0" name="Google Shape;129;p4"/>
              <p:cNvSpPr/>
              <p:nvPr/>
            </p:nvSpPr>
            <p:spPr>
              <a:xfrm>
                <a:off x="8336520" y="37828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71" name="Google Shape;130;p4"/>
            <p:cNvGrpSpPr/>
            <p:nvPr/>
          </p:nvGrpSpPr>
          <p:grpSpPr>
            <a:xfrm>
              <a:off x="8332920" y="3212640"/>
              <a:ext cx="174600" cy="174600"/>
              <a:chOff x="8332920" y="3212640"/>
              <a:chExt cx="174600" cy="174600"/>
            </a:xfrm>
          </p:grpSpPr>
          <p:sp>
            <p:nvSpPr>
              <p:cNvPr id="172" name="Google Shape;131;p4"/>
              <p:cNvSpPr/>
              <p:nvPr/>
            </p:nvSpPr>
            <p:spPr>
              <a:xfrm>
                <a:off x="8337240" y="321768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3" name="Google Shape;132;p4"/>
              <p:cNvSpPr/>
              <p:nvPr/>
            </p:nvSpPr>
            <p:spPr>
              <a:xfrm>
                <a:off x="8332920" y="321264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74" name="Google Shape;133;p4"/>
              <p:cNvSpPr/>
              <p:nvPr/>
            </p:nvSpPr>
            <p:spPr>
              <a:xfrm>
                <a:off x="8373960" y="325368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5" name="Google Shape;134;p4"/>
              <p:cNvSpPr/>
              <p:nvPr/>
            </p:nvSpPr>
            <p:spPr>
              <a:xfrm>
                <a:off x="8368920" y="324936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176" name="Google Shape;135;p4"/>
            <p:cNvCxnSpPr/>
            <p:nvPr/>
          </p:nvCxnSpPr>
          <p:spPr>
            <a:xfrm>
              <a:off x="723600" y="360"/>
              <a:ext cx="360" cy="2502000"/>
            </a:xfrm>
            <a:prstGeom prst="straightConnector1">
              <a:avLst/>
            </a:prstGeom>
            <a:ln w="9525">
              <a:solidFill>
                <a:srgbClr val="3d3d3d"/>
              </a:solidFill>
              <a:round/>
            </a:ln>
          </p:spPr>
        </p:cxnSp>
        <p:grpSp>
          <p:nvGrpSpPr>
            <p:cNvPr id="177" name="Google Shape;136;p4"/>
            <p:cNvGrpSpPr/>
            <p:nvPr/>
          </p:nvGrpSpPr>
          <p:grpSpPr>
            <a:xfrm>
              <a:off x="433080" y="291960"/>
              <a:ext cx="581400" cy="582120"/>
              <a:chOff x="433080" y="291960"/>
              <a:chExt cx="581400" cy="582120"/>
            </a:xfrm>
          </p:grpSpPr>
          <p:sp>
            <p:nvSpPr>
              <p:cNvPr id="178" name="Google Shape;137;p4"/>
              <p:cNvSpPr/>
              <p:nvPr/>
            </p:nvSpPr>
            <p:spPr>
              <a:xfrm rot="10800000">
                <a:off x="437760" y="297000"/>
                <a:ext cx="572400" cy="572040"/>
              </a:xfrm>
              <a:custGeom>
                <a:avLst/>
                <a:gdLst>
                  <a:gd name="textAreaLeft" fmla="*/ 0 w 572400"/>
                  <a:gd name="textAreaRight" fmla="*/ 572760 w 572400"/>
                  <a:gd name="textAreaTop" fmla="*/ 0 h 572040"/>
                  <a:gd name="textAreaBottom" fmla="*/ 572400 h 572040"/>
                </a:gdLst>
                <a:ahLst/>
                <a:cxnLst/>
                <a:rect l="textAreaLeft" t="textAreaTop" r="textAreaRight" b="textAreaBottom"/>
                <a:pathLst>
                  <a:path w="22915" h="22893">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79" name="Google Shape;138;p4"/>
              <p:cNvSpPr/>
              <p:nvPr/>
            </p:nvSpPr>
            <p:spPr>
              <a:xfrm rot="10800000">
                <a:off x="433080" y="291960"/>
                <a:ext cx="581400" cy="582120"/>
              </a:xfrm>
              <a:custGeom>
                <a:avLst/>
                <a:gdLst>
                  <a:gd name="textAreaLeft" fmla="*/ 0 w 581400"/>
                  <a:gd name="textAreaRight" fmla="*/ 581760 w 581400"/>
                  <a:gd name="textAreaTop" fmla="*/ 0 h 582120"/>
                  <a:gd name="textAreaBottom" fmla="*/ 582480 h 582120"/>
                </a:gdLst>
                <a:ahLst/>
                <a:cxnLst/>
                <a:rect l="textAreaLeft" t="textAreaTop" r="textAreaRight" b="textAreaBottom"/>
                <a:pathLst>
                  <a:path w="23272" h="23294">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0" name="Google Shape;139;p4"/>
              <p:cNvSpPr/>
              <p:nvPr/>
            </p:nvSpPr>
            <p:spPr>
              <a:xfrm rot="10800000">
                <a:off x="510120" y="369720"/>
                <a:ext cx="427680" cy="426960"/>
              </a:xfrm>
              <a:custGeom>
                <a:avLst/>
                <a:gdLst>
                  <a:gd name="textAreaLeft" fmla="*/ 0 w 427680"/>
                  <a:gd name="textAreaRight" fmla="*/ 428040 w 427680"/>
                  <a:gd name="textAreaTop" fmla="*/ 0 h 426960"/>
                  <a:gd name="textAreaBottom" fmla="*/ 427320 h 426960"/>
                </a:gdLst>
                <a:ahLst/>
                <a:cxnLst/>
                <a:rect l="textAreaLeft" t="textAreaTop" r="textAreaRight" b="textAreaBottom"/>
                <a:pathLst>
                  <a:path w="17120" h="17097">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1" name="Google Shape;140;p4"/>
              <p:cNvSpPr/>
              <p:nvPr/>
            </p:nvSpPr>
            <p:spPr>
              <a:xfrm rot="10800000">
                <a:off x="505440" y="364680"/>
                <a:ext cx="436680" cy="437040"/>
              </a:xfrm>
              <a:custGeom>
                <a:avLst/>
                <a:gdLst>
                  <a:gd name="textAreaLeft" fmla="*/ 0 w 436680"/>
                  <a:gd name="textAreaRight" fmla="*/ 437040 w 436680"/>
                  <a:gd name="textAreaTop" fmla="*/ 0 h 437040"/>
                  <a:gd name="textAreaBottom" fmla="*/ 437400 h 437040"/>
                </a:gdLst>
                <a:ahLst/>
                <a:cxnLst/>
                <a:rect l="textAreaLeft" t="textAreaTop" r="textAreaRight" b="textAreaBottom"/>
                <a:pathLst>
                  <a:path w="17477" h="17499">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2" name="Google Shape;141;p4"/>
              <p:cNvSpPr/>
              <p:nvPr/>
            </p:nvSpPr>
            <p:spPr>
              <a:xfrm rot="10800000">
                <a:off x="589320" y="448200"/>
                <a:ext cx="270000" cy="270000"/>
              </a:xfrm>
              <a:custGeom>
                <a:avLst/>
                <a:gdLst>
                  <a:gd name="textAreaLeft" fmla="*/ 0 w 270000"/>
                  <a:gd name="textAreaRight" fmla="*/ 270360 w 270000"/>
                  <a:gd name="textAreaTop" fmla="*/ 0 h 270000"/>
                  <a:gd name="textAreaBottom" fmla="*/ 270360 h 270000"/>
                </a:gdLst>
                <a:ahLst/>
                <a:cxnLst/>
                <a:rect l="textAreaLeft" t="textAreaTop" r="textAreaRight" b="textAreaBottom"/>
                <a:pathLst>
                  <a:path w="10812" h="10812">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3" name="Google Shape;142;p4"/>
              <p:cNvSpPr/>
              <p:nvPr/>
            </p:nvSpPr>
            <p:spPr>
              <a:xfrm rot="10800000">
                <a:off x="584280" y="443520"/>
                <a:ext cx="279360" cy="279000"/>
              </a:xfrm>
              <a:custGeom>
                <a:avLst/>
                <a:gdLst>
                  <a:gd name="textAreaLeft" fmla="*/ 0 w 279360"/>
                  <a:gd name="textAreaRight" fmla="*/ 279720 w 279360"/>
                  <a:gd name="textAreaTop" fmla="*/ 0 h 279000"/>
                  <a:gd name="textAreaBottom" fmla="*/ 279360 h 279000"/>
                </a:gdLst>
                <a:ahLst/>
                <a:cxnLst/>
                <a:rect l="textAreaLeft" t="textAreaTop" r="textAreaRight" b="textAreaBottom"/>
                <a:pathLst>
                  <a:path w="11191" h="11169">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84" name="Google Shape;143;p4"/>
            <p:cNvGrpSpPr/>
            <p:nvPr/>
          </p:nvGrpSpPr>
          <p:grpSpPr>
            <a:xfrm>
              <a:off x="578160" y="1153440"/>
              <a:ext cx="291600" cy="292320"/>
              <a:chOff x="578160" y="1153440"/>
              <a:chExt cx="291600" cy="292320"/>
            </a:xfrm>
          </p:grpSpPr>
          <p:sp>
            <p:nvSpPr>
              <p:cNvPr id="185" name="Google Shape;144;p4"/>
              <p:cNvSpPr/>
              <p:nvPr/>
            </p:nvSpPr>
            <p:spPr>
              <a:xfrm rot="10800000">
                <a:off x="582480" y="1158480"/>
                <a:ext cx="282240" cy="282240"/>
              </a:xfrm>
              <a:custGeom>
                <a:avLst/>
                <a:gdLst>
                  <a:gd name="textAreaLeft" fmla="*/ 0 w 282240"/>
                  <a:gd name="textAreaRight" fmla="*/ 282600 w 282240"/>
                  <a:gd name="textAreaTop" fmla="*/ 0 h 282240"/>
                  <a:gd name="textAreaBottom" fmla="*/ 282600 h 282240"/>
                </a:gdLst>
                <a:ahLst/>
                <a:cxnLst/>
                <a:rect l="textAreaLeft" t="textAreaTop" r="textAreaRight" b="textAreaBottom"/>
                <a:pathLst>
                  <a:path w="11302" h="11302">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6" name="Google Shape;145;p4"/>
              <p:cNvSpPr/>
              <p:nvPr/>
            </p:nvSpPr>
            <p:spPr>
              <a:xfrm rot="10800000">
                <a:off x="578160" y="1153440"/>
                <a:ext cx="291600" cy="292320"/>
              </a:xfrm>
              <a:custGeom>
                <a:avLst/>
                <a:gdLst>
                  <a:gd name="textAreaLeft" fmla="*/ 0 w 291600"/>
                  <a:gd name="textAreaRight" fmla="*/ 291960 w 291600"/>
                  <a:gd name="textAreaTop" fmla="*/ 0 h 292320"/>
                  <a:gd name="textAreaBottom" fmla="*/ 292680 h 292320"/>
                </a:gdLst>
                <a:ahLst/>
                <a:cxnLst/>
                <a:rect l="textAreaLeft" t="textAreaTop" r="textAreaRight" b="textAreaBottom"/>
                <a:pathLst>
                  <a:path w="11681" h="11703">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87" name="Google Shape;146;p4"/>
              <p:cNvSpPr/>
              <p:nvPr/>
            </p:nvSpPr>
            <p:spPr>
              <a:xfrm rot="10800000">
                <a:off x="644760" y="1220760"/>
                <a:ext cx="158040" cy="158040"/>
              </a:xfrm>
              <a:custGeom>
                <a:avLst/>
                <a:gdLst>
                  <a:gd name="textAreaLeft" fmla="*/ 0 w 158040"/>
                  <a:gd name="textAreaRight" fmla="*/ 158400 w 158040"/>
                  <a:gd name="textAreaTop" fmla="*/ 0 h 158040"/>
                  <a:gd name="textAreaBottom" fmla="*/ 158400 h 158040"/>
                </a:gdLst>
                <a:ahLst/>
                <a:cxnLst/>
                <a:rect l="textAreaLeft" t="textAreaTop" r="textAreaRight" b="textAreaBottom"/>
                <a:pathLst>
                  <a:path w="6331" h="6332">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w="0">
                <a:noFill/>
              </a:ln>
            </p:spPr>
            <p:style>
              <a:lnRef idx="0"/>
              <a:fillRef idx="0"/>
              <a:effectRef idx="0"/>
              <a:fontRef idx="minor"/>
            </p:style>
            <p:txBody>
              <a:bodyPr tIns="79200" bIns="792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88" name="Google Shape;147;p4"/>
              <p:cNvSpPr/>
              <p:nvPr/>
            </p:nvSpPr>
            <p:spPr>
              <a:xfrm rot="10800000">
                <a:off x="640080" y="1216080"/>
                <a:ext cx="167400" cy="167400"/>
              </a:xfrm>
              <a:custGeom>
                <a:avLst/>
                <a:gdLst>
                  <a:gd name="textAreaLeft" fmla="*/ 0 w 167400"/>
                  <a:gd name="textAreaRight" fmla="*/ 167760 w 167400"/>
                  <a:gd name="textAreaTop" fmla="*/ 0 h 167400"/>
                  <a:gd name="textAreaBottom" fmla="*/ 167760 h 167400"/>
                </a:gdLst>
                <a:ahLst/>
                <a:cxnLst/>
                <a:rect l="textAreaLeft" t="textAreaTop" r="textAreaRight" b="textAreaBottom"/>
                <a:pathLst>
                  <a:path w="6710" h="6711">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w="0">
                <a:noFill/>
              </a:ln>
            </p:spPr>
            <p:style>
              <a:lnRef idx="0"/>
              <a:fillRef idx="0"/>
              <a:effectRef idx="0"/>
              <a:fontRef idx="minor"/>
            </p:style>
            <p:txBody>
              <a:bodyPr tIns="83880" bIns="83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89" name="Google Shape;148;p4"/>
            <p:cNvGrpSpPr/>
            <p:nvPr/>
          </p:nvGrpSpPr>
          <p:grpSpPr>
            <a:xfrm>
              <a:off x="636480" y="1779120"/>
              <a:ext cx="174600" cy="174600"/>
              <a:chOff x="636480" y="1779120"/>
              <a:chExt cx="174600" cy="174600"/>
            </a:xfrm>
          </p:grpSpPr>
          <p:sp>
            <p:nvSpPr>
              <p:cNvPr id="190" name="Google Shape;149;p4"/>
              <p:cNvSpPr/>
              <p:nvPr/>
            </p:nvSpPr>
            <p:spPr>
              <a:xfrm rot="10800000">
                <a:off x="641160" y="1783440"/>
                <a:ext cx="165600" cy="165240"/>
              </a:xfrm>
              <a:custGeom>
                <a:avLst/>
                <a:gdLst>
                  <a:gd name="textAreaLeft" fmla="*/ 0 w 165600"/>
                  <a:gd name="textAreaRight" fmla="*/ 165960 w 165600"/>
                  <a:gd name="textAreaTop" fmla="*/ 0 h 165240"/>
                  <a:gd name="textAreaBottom" fmla="*/ 165600 h 165240"/>
                </a:gdLst>
                <a:ahLst/>
                <a:cxnLst/>
                <a:rect l="textAreaLeft" t="textAreaTop" r="textAreaRight" b="textAreaBottom"/>
                <a:pathLst>
                  <a:path w="6644" h="6621">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0">
                <a:noFill/>
              </a:ln>
            </p:spPr>
            <p:style>
              <a:lnRef idx="0"/>
              <a:fillRef idx="0"/>
              <a:effectRef idx="0"/>
              <a:fontRef idx="minor"/>
            </p:style>
            <p:txBody>
              <a:bodyPr tIns="82800" bIns="828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1" name="Google Shape;150;p4"/>
              <p:cNvSpPr/>
              <p:nvPr/>
            </p:nvSpPr>
            <p:spPr>
              <a:xfrm rot="10800000">
                <a:off x="636480" y="1779120"/>
                <a:ext cx="174600" cy="174600"/>
              </a:xfrm>
              <a:custGeom>
                <a:avLst/>
                <a:gdLst>
                  <a:gd name="textAreaLeft" fmla="*/ 0 w 174600"/>
                  <a:gd name="textAreaRight" fmla="*/ 174960 w 174600"/>
                  <a:gd name="textAreaTop" fmla="*/ 0 h 174600"/>
                  <a:gd name="textAreaBottom" fmla="*/ 174960 h 174600"/>
                </a:gdLst>
                <a:ahLst/>
                <a:cxnLst/>
                <a:rect l="textAreaLeft" t="textAreaTop" r="textAreaRight" b="textAreaBottom"/>
                <a:pathLst>
                  <a:path w="7000" h="700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w="0">
                <a:noFill/>
              </a:ln>
            </p:spPr>
            <p:style>
              <a:lnRef idx="0"/>
              <a:fillRef idx="0"/>
              <a:effectRef idx="0"/>
              <a:fontRef idx="minor"/>
            </p:style>
            <p:txBody>
              <a:bodyPr tIns="87480" bIns="87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2" name="Google Shape;151;p4"/>
              <p:cNvSpPr/>
              <p:nvPr/>
            </p:nvSpPr>
            <p:spPr>
              <a:xfrm rot="10800000">
                <a:off x="677880" y="1819800"/>
                <a:ext cx="92160" cy="92880"/>
              </a:xfrm>
              <a:custGeom>
                <a:avLst/>
                <a:gdLst>
                  <a:gd name="textAreaLeft" fmla="*/ 0 w 92160"/>
                  <a:gd name="textAreaRight" fmla="*/ 92520 w 92160"/>
                  <a:gd name="textAreaTop" fmla="*/ 0 h 92880"/>
                  <a:gd name="textAreaBottom" fmla="*/ 93240 h 92880"/>
                </a:gdLst>
                <a:ahLst/>
                <a:cxnLst/>
                <a:rect l="textAreaLeft" t="textAreaTop" r="textAreaRight" b="textAreaBottom"/>
                <a:pathLst>
                  <a:path w="3702" h="3723">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w="0">
                <a:noFill/>
              </a:ln>
            </p:spPr>
            <p:style>
              <a:lnRef idx="0"/>
              <a:fillRef idx="0"/>
              <a:effectRef idx="0"/>
              <a:fontRef idx="minor"/>
            </p:style>
            <p:txBody>
              <a:bodyPr tIns="46440" bIns="46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93" name="Google Shape;152;p4"/>
              <p:cNvSpPr/>
              <p:nvPr/>
            </p:nvSpPr>
            <p:spPr>
              <a:xfrm rot="10800000">
                <a:off x="672840" y="1815480"/>
                <a:ext cx="102240" cy="101520"/>
              </a:xfrm>
              <a:custGeom>
                <a:avLst/>
                <a:gdLst>
                  <a:gd name="textAreaLeft" fmla="*/ 0 w 102240"/>
                  <a:gd name="textAreaRight" fmla="*/ 102600 w 102240"/>
                  <a:gd name="textAreaTop" fmla="*/ 0 h 101520"/>
                  <a:gd name="textAreaBottom" fmla="*/ 101880 h 101520"/>
                </a:gdLst>
                <a:ahLst/>
                <a:cxnLst/>
                <a:rect l="textAreaLeft" t="textAreaTop" r="textAreaRight" b="textAreaBottom"/>
                <a:pathLst>
                  <a:path w="4102" h="408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w="0">
                <a:noFill/>
              </a:ln>
            </p:spPr>
            <p:style>
              <a:lnRef idx="0"/>
              <a:fillRef idx="0"/>
              <a:effectRef idx="0"/>
              <a:fontRef idx="minor"/>
            </p:style>
            <p:txBody>
              <a:bodyPr tIns="50760" bIns="50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94" name="Google Shape;153;p4"/>
            <p:cNvGrpSpPr/>
            <p:nvPr/>
          </p:nvGrpSpPr>
          <p:grpSpPr>
            <a:xfrm>
              <a:off x="432720" y="2003040"/>
              <a:ext cx="174960" cy="26640"/>
              <a:chOff x="432720" y="2003040"/>
              <a:chExt cx="174960" cy="26640"/>
            </a:xfrm>
          </p:grpSpPr>
          <p:sp>
            <p:nvSpPr>
              <p:cNvPr id="195" name="Google Shape;154;p4"/>
              <p:cNvSpPr/>
              <p:nvPr/>
            </p:nvSpPr>
            <p:spPr>
              <a:xfrm>
                <a:off x="432720" y="200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6" name="Google Shape;155;p4"/>
              <p:cNvSpPr/>
              <p:nvPr/>
            </p:nvSpPr>
            <p:spPr>
              <a:xfrm>
                <a:off x="506880" y="200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7" name="Google Shape;156;p4"/>
              <p:cNvSpPr/>
              <p:nvPr/>
            </p:nvSpPr>
            <p:spPr>
              <a:xfrm>
                <a:off x="581040" y="20030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198" name="Google Shape;157;p4"/>
            <p:cNvGrpSpPr/>
            <p:nvPr/>
          </p:nvGrpSpPr>
          <p:grpSpPr>
            <a:xfrm>
              <a:off x="788040" y="208440"/>
              <a:ext cx="174600" cy="26640"/>
              <a:chOff x="788040" y="208440"/>
              <a:chExt cx="174600" cy="26640"/>
            </a:xfrm>
          </p:grpSpPr>
          <p:sp>
            <p:nvSpPr>
              <p:cNvPr id="199" name="Google Shape;158;p4"/>
              <p:cNvSpPr/>
              <p:nvPr/>
            </p:nvSpPr>
            <p:spPr>
              <a:xfrm>
                <a:off x="788040" y="2084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0" name="Google Shape;159;p4"/>
              <p:cNvSpPr/>
              <p:nvPr/>
            </p:nvSpPr>
            <p:spPr>
              <a:xfrm>
                <a:off x="862200" y="2084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1" name="Google Shape;160;p4"/>
              <p:cNvSpPr/>
              <p:nvPr/>
            </p:nvSpPr>
            <p:spPr>
              <a:xfrm>
                <a:off x="936000" y="20844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02" name="Google Shape;161;p4"/>
            <p:cNvGrpSpPr/>
            <p:nvPr/>
          </p:nvGrpSpPr>
          <p:grpSpPr>
            <a:xfrm>
              <a:off x="8129520" y="4988880"/>
              <a:ext cx="174600" cy="26640"/>
              <a:chOff x="8129520" y="4988880"/>
              <a:chExt cx="174600" cy="26640"/>
            </a:xfrm>
          </p:grpSpPr>
          <p:sp>
            <p:nvSpPr>
              <p:cNvPr id="203" name="Google Shape;162;p4"/>
              <p:cNvSpPr/>
              <p:nvPr/>
            </p:nvSpPr>
            <p:spPr>
              <a:xfrm>
                <a:off x="8129520" y="498888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4" name="Google Shape;163;p4"/>
              <p:cNvSpPr/>
              <p:nvPr/>
            </p:nvSpPr>
            <p:spPr>
              <a:xfrm>
                <a:off x="8203320" y="498888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5" name="Google Shape;164;p4"/>
              <p:cNvSpPr/>
              <p:nvPr/>
            </p:nvSpPr>
            <p:spPr>
              <a:xfrm>
                <a:off x="8277480" y="498888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206" name="Google Shape;165;p4"/>
            <p:cNvGrpSpPr/>
            <p:nvPr/>
          </p:nvGrpSpPr>
          <p:grpSpPr>
            <a:xfrm>
              <a:off x="8497440" y="3429360"/>
              <a:ext cx="174600" cy="26640"/>
              <a:chOff x="8497440" y="3429360"/>
              <a:chExt cx="174600" cy="26640"/>
            </a:xfrm>
          </p:grpSpPr>
          <p:sp>
            <p:nvSpPr>
              <p:cNvPr id="207" name="Google Shape;166;p4"/>
              <p:cNvSpPr/>
              <p:nvPr/>
            </p:nvSpPr>
            <p:spPr>
              <a:xfrm>
                <a:off x="8497440" y="342936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8" name="Google Shape;167;p4"/>
              <p:cNvSpPr/>
              <p:nvPr/>
            </p:nvSpPr>
            <p:spPr>
              <a:xfrm>
                <a:off x="8571600" y="342936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09" name="Google Shape;168;p4"/>
              <p:cNvSpPr/>
              <p:nvPr/>
            </p:nvSpPr>
            <p:spPr>
              <a:xfrm>
                <a:off x="8645400" y="3429360"/>
                <a:ext cx="26640" cy="26640"/>
              </a:xfrm>
              <a:prstGeom prst="ellipse">
                <a:avLst/>
              </a:prstGeom>
              <a:solidFill>
                <a:schemeClr val="dk1"/>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cxnSp>
          <p:nvCxnSpPr>
            <p:cNvPr id="210" name="Google Shape;169;p4"/>
            <p:cNvCxnSpPr/>
            <p:nvPr/>
          </p:nvCxnSpPr>
          <p:spPr>
            <a:xfrm>
              <a:off x="8407080" y="0"/>
              <a:ext cx="360" cy="2161080"/>
            </a:xfrm>
            <a:prstGeom prst="straightConnector1">
              <a:avLst/>
            </a:prstGeom>
            <a:ln w="9525">
              <a:solidFill>
                <a:srgbClr val="3d3d3d"/>
              </a:solidFill>
              <a:round/>
            </a:ln>
          </p:spPr>
        </p:cxnSp>
        <p:cxnSp>
          <p:nvCxnSpPr>
            <p:cNvPr id="211" name="Google Shape;170;p4"/>
            <p:cNvCxnSpPr/>
            <p:nvPr/>
          </p:nvCxnSpPr>
          <p:spPr>
            <a:xfrm>
              <a:off x="717840" y="2985480"/>
              <a:ext cx="360" cy="2161080"/>
            </a:xfrm>
            <a:prstGeom prst="straightConnector1">
              <a:avLst/>
            </a:prstGeom>
            <a:ln w="9525">
              <a:solidFill>
                <a:srgbClr val="3d3d3d"/>
              </a:solidFill>
              <a:round/>
            </a:ln>
          </p:spPr>
        </p:cxnSp>
        <p:sp>
          <p:nvSpPr>
            <p:cNvPr id="212" name="Google Shape;171;p4"/>
            <p:cNvSpPr/>
            <p:nvPr/>
          </p:nvSpPr>
          <p:spPr>
            <a:xfrm>
              <a:off x="671760" y="458784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3" name="Google Shape;172;p4"/>
            <p:cNvSpPr/>
            <p:nvPr/>
          </p:nvSpPr>
          <p:spPr>
            <a:xfrm>
              <a:off x="671760" y="394020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4" name="Google Shape;173;p4"/>
            <p:cNvSpPr/>
            <p:nvPr/>
          </p:nvSpPr>
          <p:spPr>
            <a:xfrm>
              <a:off x="8361000" y="145368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15" name="Google Shape;174;p4"/>
            <p:cNvSpPr/>
            <p:nvPr/>
          </p:nvSpPr>
          <p:spPr>
            <a:xfrm>
              <a:off x="8361000" y="234720"/>
              <a:ext cx="92160" cy="92160"/>
            </a:xfrm>
            <a:prstGeom prst="ellipse">
              <a:avLst/>
            </a:prstGeom>
            <a:solidFill>
              <a:schemeClr val="dk1"/>
            </a:solidFill>
            <a:ln w="9525">
              <a:solidFill>
                <a:srgbClr val="3d3d3d"/>
              </a:solidFill>
              <a:round/>
            </a:ln>
          </p:spPr>
          <p:style>
            <a:lnRef idx="0"/>
            <a:fillRef idx="0"/>
            <a:effectRef idx="0"/>
            <a:fontRef idx="minor"/>
          </p:style>
          <p:txBody>
            <a:bodyPr tIns="32760" bIns="32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216"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4"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219" name="Google Shape;1746;p36"/>
          <p:cNvGrpSpPr/>
          <p:nvPr/>
        </p:nvGrpSpPr>
        <p:grpSpPr>
          <a:xfrm>
            <a:off x="150840" y="1506600"/>
            <a:ext cx="4420440" cy="3636360"/>
            <a:chOff x="150840" y="1506600"/>
            <a:chExt cx="4420440" cy="3636360"/>
          </a:xfrm>
        </p:grpSpPr>
        <p:sp>
          <p:nvSpPr>
            <p:cNvPr id="220" name="Google Shape;1747;p36"/>
            <p:cNvSpPr/>
            <p:nvPr/>
          </p:nvSpPr>
          <p:spPr>
            <a:xfrm>
              <a:off x="389880" y="1506600"/>
              <a:ext cx="3972240" cy="3552480"/>
            </a:xfrm>
            <a:custGeom>
              <a:avLst/>
              <a:gdLst>
                <a:gd name="textAreaLeft" fmla="*/ 0 w 3972240"/>
                <a:gd name="textAreaRight" fmla="*/ 3972600 w 3972240"/>
                <a:gd name="textAreaTop" fmla="*/ 0 h 3552480"/>
                <a:gd name="textAreaBottom" fmla="*/ 3552840 h 3552480"/>
              </a:gdLst>
              <a:ahLst/>
              <a:cxnLst/>
              <a:rect l="textAreaLeft" t="textAreaTop" r="textAreaRight" b="textAreaBottom"/>
              <a:pathLst>
                <a:path w="240073" h="204367">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1" name="Google Shape;1748;p36"/>
            <p:cNvSpPr/>
            <p:nvPr/>
          </p:nvSpPr>
          <p:spPr>
            <a:xfrm>
              <a:off x="507600" y="1506600"/>
              <a:ext cx="3815280" cy="3547800"/>
            </a:xfrm>
            <a:custGeom>
              <a:avLst/>
              <a:gdLst>
                <a:gd name="textAreaLeft" fmla="*/ 0 w 3815280"/>
                <a:gd name="textAreaRight" fmla="*/ 3815640 w 3815280"/>
                <a:gd name="textAreaTop" fmla="*/ 0 h 3547800"/>
                <a:gd name="textAreaBottom" fmla="*/ 3548160 h 3547800"/>
              </a:gdLst>
              <a:ahLst/>
              <a:cxnLst/>
              <a:rect l="textAreaLeft" t="textAreaTop" r="textAreaRight" b="textAreaBottom"/>
              <a:pathLst>
                <a:path w="230591" h="204097">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2" name="Google Shape;1749;p36"/>
            <p:cNvSpPr/>
            <p:nvPr/>
          </p:nvSpPr>
          <p:spPr>
            <a:xfrm>
              <a:off x="3913920" y="3573720"/>
              <a:ext cx="587520" cy="1562400"/>
            </a:xfrm>
            <a:custGeom>
              <a:avLst/>
              <a:gdLst>
                <a:gd name="textAreaLeft" fmla="*/ 0 w 587520"/>
                <a:gd name="textAreaRight" fmla="*/ 587880 w 587520"/>
                <a:gd name="textAreaTop" fmla="*/ 0 h 1562400"/>
                <a:gd name="textAreaBottom" fmla="*/ 1562760 h 1562400"/>
              </a:gdLst>
              <a:ahLst/>
              <a:cxnLst/>
              <a:rect l="textAreaLeft" t="textAreaTop" r="textAreaRight" b="textAreaBottom"/>
              <a:pathLst>
                <a:path w="35529" h="89901">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3" name="Google Shape;1750;p36"/>
            <p:cNvSpPr/>
            <p:nvPr/>
          </p:nvSpPr>
          <p:spPr>
            <a:xfrm>
              <a:off x="1820880" y="3048120"/>
              <a:ext cx="1759320" cy="2094480"/>
            </a:xfrm>
            <a:custGeom>
              <a:avLst/>
              <a:gdLst>
                <a:gd name="textAreaLeft" fmla="*/ 0 w 1759320"/>
                <a:gd name="textAreaRight" fmla="*/ 1759680 w 1759320"/>
                <a:gd name="textAreaTop" fmla="*/ 0 h 2094480"/>
                <a:gd name="textAreaBottom" fmla="*/ 2094840 h 2094480"/>
              </a:gdLst>
              <a:ahLst/>
              <a:cxnLst/>
              <a:rect l="textAreaLeft" t="textAreaTop" r="textAreaRight" b="textAreaBottom"/>
              <a:pathLst>
                <a:path w="106343" h="120505">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4" name="Google Shape;1751;p36"/>
            <p:cNvSpPr/>
            <p:nvPr/>
          </p:nvSpPr>
          <p:spPr>
            <a:xfrm>
              <a:off x="1820880" y="3225240"/>
              <a:ext cx="1611360" cy="1917720"/>
            </a:xfrm>
            <a:custGeom>
              <a:avLst/>
              <a:gdLst>
                <a:gd name="textAreaLeft" fmla="*/ 0 w 1611360"/>
                <a:gd name="textAreaRight" fmla="*/ 1611720 w 1611360"/>
                <a:gd name="textAreaTop" fmla="*/ 0 h 1917720"/>
                <a:gd name="textAreaBottom" fmla="*/ 1918080 h 1917720"/>
              </a:gdLst>
              <a:ahLst/>
              <a:cxnLst/>
              <a:rect l="textAreaLeft" t="textAreaTop" r="textAreaRight" b="textAreaBottom"/>
              <a:pathLst>
                <a:path w="97389" h="110331">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5" name="Google Shape;1752;p36"/>
            <p:cNvSpPr/>
            <p:nvPr/>
          </p:nvSpPr>
          <p:spPr>
            <a:xfrm>
              <a:off x="3426480" y="3054600"/>
              <a:ext cx="148320" cy="2081880"/>
            </a:xfrm>
            <a:custGeom>
              <a:avLst/>
              <a:gdLst>
                <a:gd name="textAreaLeft" fmla="*/ 0 w 148320"/>
                <a:gd name="textAreaRight" fmla="*/ 148680 w 148320"/>
                <a:gd name="textAreaTop" fmla="*/ 0 h 2081880"/>
                <a:gd name="textAreaBottom" fmla="*/ 2082240 h 2081880"/>
              </a:gdLst>
              <a:ahLst/>
              <a:cxnLst/>
              <a:rect l="textAreaLeft" t="textAreaTop" r="textAreaRight" b="textAreaBottom"/>
              <a:pathLst>
                <a:path w="8995" h="119773">
                  <a:moveTo>
                    <a:pt x="8995" y="1"/>
                  </a:moveTo>
                  <a:lnTo>
                    <a:pt x="1" y="10134"/>
                  </a:lnTo>
                  <a:lnTo>
                    <a:pt x="1" y="119772"/>
                  </a:lnTo>
                  <a:lnTo>
                    <a:pt x="8995" y="119772"/>
                  </a:lnTo>
                  <a:lnTo>
                    <a:pt x="8995"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6" name="Google Shape;1753;p36"/>
            <p:cNvSpPr/>
            <p:nvPr/>
          </p:nvSpPr>
          <p:spPr>
            <a:xfrm>
              <a:off x="350244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0" y="1"/>
                  </a:moveTo>
                  <a:lnTo>
                    <a:pt x="0" y="22058"/>
                  </a:lnTo>
                  <a:lnTo>
                    <a:pt x="4396" y="22058"/>
                  </a:lnTo>
                  <a:lnTo>
                    <a:pt x="4396" y="1"/>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27" name="Google Shape;1754;p36"/>
            <p:cNvSpPr/>
            <p:nvPr/>
          </p:nvSpPr>
          <p:spPr>
            <a:xfrm>
              <a:off x="349704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8" h="22751">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8" name="Google Shape;1755;p36"/>
            <p:cNvSpPr/>
            <p:nvPr/>
          </p:nvSpPr>
          <p:spPr>
            <a:xfrm>
              <a:off x="357516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6" h="37361">
                  <a:moveTo>
                    <a:pt x="18965" y="0"/>
                  </a:moveTo>
                  <a:lnTo>
                    <a:pt x="1" y="15303"/>
                  </a:lnTo>
                  <a:lnTo>
                    <a:pt x="1" y="37360"/>
                  </a:lnTo>
                  <a:lnTo>
                    <a:pt x="18965" y="37360"/>
                  </a:lnTo>
                  <a:lnTo>
                    <a:pt x="18965"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29" name="Google Shape;1756;p36"/>
            <p:cNvSpPr/>
            <p:nvPr/>
          </p:nvSpPr>
          <p:spPr>
            <a:xfrm>
              <a:off x="356904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0" name="Google Shape;1757;p36"/>
            <p:cNvSpPr/>
            <p:nvPr/>
          </p:nvSpPr>
          <p:spPr>
            <a:xfrm>
              <a:off x="1045080" y="4753440"/>
              <a:ext cx="72360" cy="383040"/>
            </a:xfrm>
            <a:custGeom>
              <a:avLst/>
              <a:gdLst>
                <a:gd name="textAreaLeft" fmla="*/ 0 w 72360"/>
                <a:gd name="textAreaRight" fmla="*/ 72720 w 72360"/>
                <a:gd name="textAreaTop" fmla="*/ 0 h 383040"/>
                <a:gd name="textAreaBottom" fmla="*/ 383400 h 383040"/>
              </a:gdLst>
              <a:ahLst/>
              <a:cxnLst/>
              <a:rect l="textAreaLeft" t="textAreaTop" r="textAreaRight" b="textAreaBottom"/>
              <a:pathLst>
                <a:path w="4396" h="22059">
                  <a:moveTo>
                    <a:pt x="1" y="1"/>
                  </a:moveTo>
                  <a:lnTo>
                    <a:pt x="1" y="22058"/>
                  </a:lnTo>
                  <a:lnTo>
                    <a:pt x="4396" y="22058"/>
                  </a:lnTo>
                  <a:lnTo>
                    <a:pt x="4396" y="1"/>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1" name="Google Shape;1758;p36"/>
            <p:cNvSpPr/>
            <p:nvPr/>
          </p:nvSpPr>
          <p:spPr>
            <a:xfrm>
              <a:off x="1039680" y="4747680"/>
              <a:ext cx="83160" cy="395280"/>
            </a:xfrm>
            <a:custGeom>
              <a:avLst/>
              <a:gdLst>
                <a:gd name="textAreaLeft" fmla="*/ 0 w 83160"/>
                <a:gd name="textAreaRight" fmla="*/ 83520 w 83160"/>
                <a:gd name="textAreaTop" fmla="*/ 0 h 395280"/>
                <a:gd name="textAreaBottom" fmla="*/ 395640 h 395280"/>
              </a:gdLst>
              <a:ahLst/>
              <a:cxnLst/>
              <a:rect l="textAreaLeft" t="textAreaTop" r="textAreaRight" b="textAreaBottom"/>
              <a:pathLst>
                <a:path w="5047" h="22751">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2" name="Google Shape;1759;p36"/>
            <p:cNvSpPr/>
            <p:nvPr/>
          </p:nvSpPr>
          <p:spPr>
            <a:xfrm>
              <a:off x="1117800" y="4487400"/>
              <a:ext cx="313560" cy="649080"/>
            </a:xfrm>
            <a:custGeom>
              <a:avLst/>
              <a:gdLst>
                <a:gd name="textAreaLeft" fmla="*/ 0 w 313560"/>
                <a:gd name="textAreaRight" fmla="*/ 313920 w 313560"/>
                <a:gd name="textAreaTop" fmla="*/ 0 h 649080"/>
                <a:gd name="textAreaBottom" fmla="*/ 649440 h 649080"/>
              </a:gdLst>
              <a:ahLst/>
              <a:cxnLst/>
              <a:rect l="textAreaLeft" t="textAreaTop" r="textAreaRight" b="textAreaBottom"/>
              <a:pathLst>
                <a:path w="18965" h="37361">
                  <a:moveTo>
                    <a:pt x="18965" y="0"/>
                  </a:moveTo>
                  <a:lnTo>
                    <a:pt x="0" y="15303"/>
                  </a:lnTo>
                  <a:lnTo>
                    <a:pt x="0" y="37360"/>
                  </a:lnTo>
                  <a:lnTo>
                    <a:pt x="18965" y="37360"/>
                  </a:lnTo>
                  <a:lnTo>
                    <a:pt x="18965" y="0"/>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3" name="Google Shape;1760;p36"/>
            <p:cNvSpPr/>
            <p:nvPr/>
          </p:nvSpPr>
          <p:spPr>
            <a:xfrm>
              <a:off x="1111680" y="4481640"/>
              <a:ext cx="325080" cy="661320"/>
            </a:xfrm>
            <a:custGeom>
              <a:avLst/>
              <a:gdLst>
                <a:gd name="textAreaLeft" fmla="*/ 0 w 325080"/>
                <a:gd name="textAreaRight" fmla="*/ 325440 w 325080"/>
                <a:gd name="textAreaTop" fmla="*/ 0 h 661320"/>
                <a:gd name="textAreaBottom" fmla="*/ 661680 h 661320"/>
              </a:gdLst>
              <a:ahLst/>
              <a:cxnLst/>
              <a:rect l="textAreaLeft" t="textAreaTop" r="textAreaRight" b="textAreaBottom"/>
              <a:pathLst>
                <a:path w="19658" h="38056">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4" name="Google Shape;1761;p36"/>
            <p:cNvSpPr/>
            <p:nvPr/>
          </p:nvSpPr>
          <p:spPr>
            <a:xfrm>
              <a:off x="765720" y="4426560"/>
              <a:ext cx="3354120" cy="394560"/>
            </a:xfrm>
            <a:custGeom>
              <a:avLst/>
              <a:gdLst>
                <a:gd name="textAreaLeft" fmla="*/ 0 w 3354120"/>
                <a:gd name="textAreaRight" fmla="*/ 3354480 w 3354120"/>
                <a:gd name="textAreaTop" fmla="*/ 0 h 394560"/>
                <a:gd name="textAreaBottom" fmla="*/ 394920 h 394560"/>
              </a:gdLst>
              <a:ahLst/>
              <a:cxnLst/>
              <a:rect l="textAreaLeft" t="textAreaTop" r="textAreaRight" b="textAreaBottom"/>
              <a:pathLst>
                <a:path w="202713" h="22710">
                  <a:moveTo>
                    <a:pt x="202713" y="0"/>
                  </a:moveTo>
                  <a:lnTo>
                    <a:pt x="0" y="21285"/>
                  </a:lnTo>
                  <a:lnTo>
                    <a:pt x="82" y="22709"/>
                  </a:lnTo>
                  <a:lnTo>
                    <a:pt x="175039" y="22709"/>
                  </a:lnTo>
                  <a:lnTo>
                    <a:pt x="202713" y="1425"/>
                  </a:lnTo>
                  <a:lnTo>
                    <a:pt x="202713"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5" name="Google Shape;1762;p36"/>
            <p:cNvSpPr/>
            <p:nvPr/>
          </p:nvSpPr>
          <p:spPr>
            <a:xfrm>
              <a:off x="760320" y="4420440"/>
              <a:ext cx="3364920" cy="406080"/>
            </a:xfrm>
            <a:custGeom>
              <a:avLst/>
              <a:gdLst>
                <a:gd name="textAreaLeft" fmla="*/ 0 w 3364920"/>
                <a:gd name="textAreaRight" fmla="*/ 3365280 w 3364920"/>
                <a:gd name="textAreaTop" fmla="*/ 0 h 406080"/>
                <a:gd name="textAreaBottom" fmla="*/ 406440 h 406080"/>
              </a:gdLst>
              <a:ahLst/>
              <a:cxnLst/>
              <a:rect l="textAreaLeft" t="textAreaTop" r="textAreaRight" b="textAreaBottom"/>
              <a:pathLst>
                <a:path w="203365" h="23378">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6" name="Google Shape;1763;p36"/>
            <p:cNvSpPr/>
            <p:nvPr/>
          </p:nvSpPr>
          <p:spPr>
            <a:xfrm>
              <a:off x="766800" y="4426560"/>
              <a:ext cx="3352680" cy="369000"/>
            </a:xfrm>
            <a:custGeom>
              <a:avLst/>
              <a:gdLst>
                <a:gd name="textAreaLeft" fmla="*/ 0 w 3352680"/>
                <a:gd name="textAreaRight" fmla="*/ 3353040 w 3352680"/>
                <a:gd name="textAreaTop" fmla="*/ 0 h 369000"/>
                <a:gd name="textAreaBottom" fmla="*/ 369360 h 369000"/>
              </a:gdLst>
              <a:ahLst/>
              <a:cxnLst/>
              <a:rect l="textAreaLeft" t="textAreaTop" r="textAreaRight" b="textAreaBottom"/>
              <a:pathLst>
                <a:path w="202632" h="21245">
                  <a:moveTo>
                    <a:pt x="44157" y="0"/>
                  </a:moveTo>
                  <a:lnTo>
                    <a:pt x="1" y="21244"/>
                  </a:lnTo>
                  <a:lnTo>
                    <a:pt x="174958" y="21244"/>
                  </a:lnTo>
                  <a:lnTo>
                    <a:pt x="202632"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7" name="Google Shape;1764;p36"/>
            <p:cNvSpPr/>
            <p:nvPr/>
          </p:nvSpPr>
          <p:spPr>
            <a:xfrm>
              <a:off x="761040" y="4420080"/>
              <a:ext cx="3364920" cy="381600"/>
            </a:xfrm>
            <a:custGeom>
              <a:avLst/>
              <a:gdLst>
                <a:gd name="textAreaLeft" fmla="*/ 0 w 3364920"/>
                <a:gd name="textAreaRight" fmla="*/ 3365280 w 3364920"/>
                <a:gd name="textAreaTop" fmla="*/ 0 h 381600"/>
                <a:gd name="textAreaBottom" fmla="*/ 381960 h 381600"/>
              </a:gdLst>
              <a:ahLst/>
              <a:cxnLst/>
              <a:rect l="textAreaLeft" t="textAreaTop" r="textAreaRight" b="textAreaBottom"/>
              <a:pathLst>
                <a:path w="203364" h="21977">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8" name="Google Shape;1765;p36"/>
            <p:cNvSpPr/>
            <p:nvPr/>
          </p:nvSpPr>
          <p:spPr>
            <a:xfrm>
              <a:off x="3186720" y="4584960"/>
              <a:ext cx="500040" cy="148320"/>
            </a:xfrm>
            <a:custGeom>
              <a:avLst/>
              <a:gdLst>
                <a:gd name="textAreaLeft" fmla="*/ 0 w 500040"/>
                <a:gd name="textAreaRight" fmla="*/ 500400 w 500040"/>
                <a:gd name="textAreaTop" fmla="*/ 0 h 148320"/>
                <a:gd name="textAreaBottom" fmla="*/ 148680 h 148320"/>
              </a:gdLst>
              <a:ahLst/>
              <a:cxnLst/>
              <a:rect l="textAreaLeft" t="textAreaTop" r="textAreaRight" b="textAreaBottom"/>
              <a:pathLst>
                <a:path w="30239" h="8548">
                  <a:moveTo>
                    <a:pt x="10704" y="1"/>
                  </a:moveTo>
                  <a:lnTo>
                    <a:pt x="0" y="8547"/>
                  </a:lnTo>
                  <a:lnTo>
                    <a:pt x="18558" y="8547"/>
                  </a:lnTo>
                  <a:lnTo>
                    <a:pt x="30238" y="1"/>
                  </a:lnTo>
                  <a:close/>
                </a:path>
              </a:pathLst>
            </a:custGeom>
            <a:solidFill>
              <a:schemeClr val="accent1"/>
            </a:solidFill>
            <a:ln w="0">
              <a:noFill/>
            </a:ln>
          </p:spPr>
          <p:style>
            <a:lnRef idx="0"/>
            <a:fillRef idx="0"/>
            <a:effectRef idx="0"/>
            <a:fontRef idx="minor"/>
          </p:style>
          <p:txBody>
            <a:bodyPr tIns="74160" bIns="74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39" name="Google Shape;1766;p36"/>
            <p:cNvSpPr/>
            <p:nvPr/>
          </p:nvSpPr>
          <p:spPr>
            <a:xfrm>
              <a:off x="3180600" y="4579200"/>
              <a:ext cx="512280" cy="160200"/>
            </a:xfrm>
            <a:custGeom>
              <a:avLst/>
              <a:gdLst>
                <a:gd name="textAreaLeft" fmla="*/ 0 w 512280"/>
                <a:gd name="textAreaRight" fmla="*/ 512640 w 512280"/>
                <a:gd name="textAreaTop" fmla="*/ 0 h 160200"/>
                <a:gd name="textAreaBottom" fmla="*/ 160560 h 160200"/>
              </a:gdLst>
              <a:ahLst/>
              <a:cxnLst/>
              <a:rect l="textAreaLeft" t="textAreaTop" r="textAreaRight" b="textAreaBottom"/>
              <a:pathLst>
                <a:path w="30971" h="9239">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w="0">
              <a:noFill/>
            </a:ln>
          </p:spPr>
          <p:style>
            <a:lnRef idx="0"/>
            <a:fillRef idx="0"/>
            <a:effectRef idx="0"/>
            <a:fontRef idx="minor"/>
          </p:style>
          <p:txBody>
            <a:bodyPr tIns="80280" bIns="80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0" name="Google Shape;1767;p36"/>
            <p:cNvSpPr/>
            <p:nvPr/>
          </p:nvSpPr>
          <p:spPr>
            <a:xfrm>
              <a:off x="3661920" y="4426560"/>
              <a:ext cx="457560" cy="394560"/>
            </a:xfrm>
            <a:custGeom>
              <a:avLst/>
              <a:gdLst>
                <a:gd name="textAreaLeft" fmla="*/ 0 w 457560"/>
                <a:gd name="textAreaRight" fmla="*/ 457920 w 457560"/>
                <a:gd name="textAreaTop" fmla="*/ 0 h 394560"/>
                <a:gd name="textAreaBottom" fmla="*/ 394920 h 394560"/>
              </a:gdLst>
              <a:ahLst/>
              <a:cxnLst/>
              <a:rect l="textAreaLeft" t="textAreaTop" r="textAreaRight" b="textAreaBottom"/>
              <a:pathLst>
                <a:path w="27675" h="22710">
                  <a:moveTo>
                    <a:pt x="27675" y="0"/>
                  </a:moveTo>
                  <a:lnTo>
                    <a:pt x="1" y="21244"/>
                  </a:lnTo>
                  <a:lnTo>
                    <a:pt x="1" y="22709"/>
                  </a:lnTo>
                  <a:lnTo>
                    <a:pt x="27675" y="1425"/>
                  </a:lnTo>
                  <a:lnTo>
                    <a:pt x="27675" y="0"/>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1" name="Google Shape;1768;p36"/>
            <p:cNvSpPr/>
            <p:nvPr/>
          </p:nvSpPr>
          <p:spPr>
            <a:xfrm>
              <a:off x="3656520" y="4420440"/>
              <a:ext cx="468360" cy="406440"/>
            </a:xfrm>
            <a:custGeom>
              <a:avLst/>
              <a:gdLst>
                <a:gd name="textAreaLeft" fmla="*/ 0 w 468360"/>
                <a:gd name="textAreaRight" fmla="*/ 468720 w 468360"/>
                <a:gd name="textAreaTop" fmla="*/ 0 h 406440"/>
                <a:gd name="textAreaBottom" fmla="*/ 406800 h 406440"/>
              </a:gdLst>
              <a:ahLst/>
              <a:cxnLst/>
              <a:rect l="textAreaLeft" t="textAreaTop" r="textAreaRight" b="textAreaBottom"/>
              <a:pathLst>
                <a:path w="28327" h="23391">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2" name="Google Shape;1769;p36"/>
            <p:cNvSpPr/>
            <p:nvPr/>
          </p:nvSpPr>
          <p:spPr>
            <a:xfrm>
              <a:off x="3274920" y="4437000"/>
              <a:ext cx="605160" cy="196920"/>
            </a:xfrm>
            <a:custGeom>
              <a:avLst/>
              <a:gdLst>
                <a:gd name="textAreaLeft" fmla="*/ 0 w 605160"/>
                <a:gd name="textAreaRight" fmla="*/ 605520 w 605160"/>
                <a:gd name="textAreaTop" fmla="*/ 0 h 196920"/>
                <a:gd name="textAreaBottom" fmla="*/ 197280 h 196920"/>
              </a:gdLst>
              <a:ahLst/>
              <a:cxnLst/>
              <a:rect l="textAreaLeft" t="textAreaTop" r="textAreaRight" b="textAreaBottom"/>
              <a:pathLst>
                <a:path w="36588" h="11347">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3" name="Google Shape;1770;p36"/>
            <p:cNvSpPr/>
            <p:nvPr/>
          </p:nvSpPr>
          <p:spPr>
            <a:xfrm>
              <a:off x="3342960" y="4593240"/>
              <a:ext cx="173520" cy="122400"/>
            </a:xfrm>
            <a:custGeom>
              <a:avLst/>
              <a:gdLst>
                <a:gd name="textAreaLeft" fmla="*/ 0 w 173520"/>
                <a:gd name="textAreaRight" fmla="*/ 173880 w 173520"/>
                <a:gd name="textAreaTop" fmla="*/ 0 h 122400"/>
                <a:gd name="textAreaBottom" fmla="*/ 122760 h 122400"/>
              </a:gdLst>
              <a:ahLst/>
              <a:cxnLst/>
              <a:rect l="textAreaLeft" t="textAreaTop" r="textAreaRight" b="textAreaBottom"/>
              <a:pathLst>
                <a:path w="10500" h="7052">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w="0">
              <a:noFill/>
            </a:ln>
          </p:spPr>
          <p:style>
            <a:lnRef idx="0"/>
            <a:fillRef idx="0"/>
            <a:effectRef idx="0"/>
            <a:fontRef idx="minor"/>
          </p:style>
          <p:txBody>
            <a:bodyPr tIns="61200" bIns="61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4" name="Google Shape;1771;p36"/>
            <p:cNvSpPr/>
            <p:nvPr/>
          </p:nvSpPr>
          <p:spPr>
            <a:xfrm>
              <a:off x="3442680" y="4614480"/>
              <a:ext cx="47520" cy="82800"/>
            </a:xfrm>
            <a:custGeom>
              <a:avLst/>
              <a:gdLst>
                <a:gd name="textAreaLeft" fmla="*/ 0 w 47520"/>
                <a:gd name="textAreaRight" fmla="*/ 47880 w 47520"/>
                <a:gd name="textAreaTop" fmla="*/ 0 h 82800"/>
                <a:gd name="textAreaBottom" fmla="*/ 83160 h 82800"/>
              </a:gdLst>
              <a:ahLst/>
              <a:cxnLst/>
              <a:rect l="textAreaLeft" t="textAreaTop" r="textAreaRight" b="textAreaBottom"/>
              <a:pathLst>
                <a:path w="2890" h="4779">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5" name="Google Shape;1772;p36"/>
            <p:cNvSpPr/>
            <p:nvPr/>
          </p:nvSpPr>
          <p:spPr>
            <a:xfrm>
              <a:off x="2013480" y="4534560"/>
              <a:ext cx="1338480" cy="219600"/>
            </a:xfrm>
            <a:custGeom>
              <a:avLst/>
              <a:gdLst>
                <a:gd name="textAreaLeft" fmla="*/ 0 w 1338480"/>
                <a:gd name="textAreaRight" fmla="*/ 1338840 w 1338480"/>
                <a:gd name="textAreaTop" fmla="*/ 0 h 219600"/>
                <a:gd name="textAreaBottom" fmla="*/ 219960 h 219600"/>
              </a:gdLst>
              <a:ahLst/>
              <a:cxnLst/>
              <a:rect l="textAreaLeft" t="textAreaTop" r="textAreaRight" b="textAreaBottom"/>
              <a:pathLst>
                <a:path w="80906" h="12657">
                  <a:moveTo>
                    <a:pt x="15831" y="0"/>
                  </a:moveTo>
                  <a:lnTo>
                    <a:pt x="0" y="12657"/>
                  </a:lnTo>
                  <a:lnTo>
                    <a:pt x="65075" y="12657"/>
                  </a:lnTo>
                  <a:lnTo>
                    <a:pt x="80906"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6" name="Google Shape;1773;p36"/>
            <p:cNvSpPr/>
            <p:nvPr/>
          </p:nvSpPr>
          <p:spPr>
            <a:xfrm>
              <a:off x="2007360" y="4529160"/>
              <a:ext cx="1350720" cy="231120"/>
            </a:xfrm>
            <a:custGeom>
              <a:avLst/>
              <a:gdLst>
                <a:gd name="textAreaLeft" fmla="*/ 0 w 1350720"/>
                <a:gd name="textAreaRight" fmla="*/ 1351080 w 1350720"/>
                <a:gd name="textAreaTop" fmla="*/ 0 h 231120"/>
                <a:gd name="textAreaBottom" fmla="*/ 231480 h 231120"/>
              </a:gdLst>
              <a:ahLst/>
              <a:cxnLst/>
              <a:rect l="textAreaLeft" t="textAreaTop" r="textAreaRight" b="textAreaBottom"/>
              <a:pathLst>
                <a:path w="81640" h="13309">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7" name="Google Shape;1774;p36"/>
            <p:cNvSpPr/>
            <p:nvPr/>
          </p:nvSpPr>
          <p:spPr>
            <a:xfrm>
              <a:off x="3084840" y="4528800"/>
              <a:ext cx="273240" cy="245160"/>
            </a:xfrm>
            <a:custGeom>
              <a:avLst/>
              <a:gdLst>
                <a:gd name="textAreaLeft" fmla="*/ 0 w 273240"/>
                <a:gd name="textAreaRight" fmla="*/ 273600 w 273240"/>
                <a:gd name="textAreaTop" fmla="*/ 0 h 245160"/>
                <a:gd name="textAreaBottom" fmla="*/ 245520 h 245160"/>
              </a:gdLst>
              <a:ahLst/>
              <a:cxnLst/>
              <a:rect l="textAreaLeft" t="textAreaTop" r="textAreaRight" b="textAreaBottom"/>
              <a:pathLst>
                <a:path w="16524" h="14113">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8" name="Google Shape;1775;p36"/>
            <p:cNvSpPr/>
            <p:nvPr/>
          </p:nvSpPr>
          <p:spPr>
            <a:xfrm>
              <a:off x="2013480" y="4754880"/>
              <a:ext cx="1076400" cy="12960"/>
            </a:xfrm>
            <a:custGeom>
              <a:avLst/>
              <a:gdLst>
                <a:gd name="textAreaLeft" fmla="*/ 0 w 1076400"/>
                <a:gd name="textAreaRight" fmla="*/ 1076760 w 1076400"/>
                <a:gd name="textAreaTop" fmla="*/ 0 h 12960"/>
                <a:gd name="textAreaBottom" fmla="*/ 13320 h 12960"/>
              </a:gdLst>
              <a:ahLst/>
              <a:cxnLst/>
              <a:rect l="textAreaLeft" t="textAreaTop" r="textAreaRight" b="textAreaBottom"/>
              <a:pathLst>
                <a:path w="65075" h="775">
                  <a:moveTo>
                    <a:pt x="0" y="1"/>
                  </a:moveTo>
                  <a:lnTo>
                    <a:pt x="0" y="774"/>
                  </a:lnTo>
                  <a:lnTo>
                    <a:pt x="65075" y="774"/>
                  </a:lnTo>
                  <a:lnTo>
                    <a:pt x="65075" y="1"/>
                  </a:lnTo>
                  <a:close/>
                </a:path>
              </a:pathLst>
            </a:custGeom>
            <a:solidFill>
              <a:srgbClr val="ffffff"/>
            </a:solidFill>
            <a:ln w="0">
              <a:noFill/>
            </a:ln>
          </p:spPr>
          <p:style>
            <a:lnRef idx="0"/>
            <a:fillRef idx="0"/>
            <a:effectRef idx="0"/>
            <a:fontRef idx="minor"/>
          </p:style>
          <p:txBody>
            <a:bodyPr tIns="6480" bIns="6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249" name="Google Shape;1776;p36"/>
            <p:cNvSpPr/>
            <p:nvPr/>
          </p:nvSpPr>
          <p:spPr>
            <a:xfrm>
              <a:off x="2007360" y="4748400"/>
              <a:ext cx="1088640" cy="25920"/>
            </a:xfrm>
            <a:custGeom>
              <a:avLst/>
              <a:gdLst>
                <a:gd name="textAreaLeft" fmla="*/ 0 w 1088640"/>
                <a:gd name="textAreaRight" fmla="*/ 1089000 w 1088640"/>
                <a:gd name="textAreaTop" fmla="*/ 0 h 25920"/>
                <a:gd name="textAreaBottom" fmla="*/ 26280 h 25920"/>
              </a:gdLst>
              <a:ahLst/>
              <a:cxnLst/>
              <a:rect l="textAreaLeft" t="textAreaTop" r="textAreaRight" b="textAreaBottom"/>
              <a:pathLst>
                <a:path w="65809" h="1507">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w="0">
              <a:noFill/>
            </a:ln>
          </p:spPr>
          <p:style>
            <a:lnRef idx="0"/>
            <a:fillRef idx="0"/>
            <a:effectRef idx="0"/>
            <a:fontRef idx="minor"/>
          </p:style>
          <p:txBody>
            <a:bodyPr tIns="12960" bIns="12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0" name="Google Shape;1777;p36"/>
            <p:cNvSpPr/>
            <p:nvPr/>
          </p:nvSpPr>
          <p:spPr>
            <a:xfrm>
              <a:off x="23238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1" name="Google Shape;1778;p36"/>
            <p:cNvSpPr/>
            <p:nvPr/>
          </p:nvSpPr>
          <p:spPr>
            <a:xfrm>
              <a:off x="239544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2" name="Google Shape;1779;p36"/>
            <p:cNvSpPr/>
            <p:nvPr/>
          </p:nvSpPr>
          <p:spPr>
            <a:xfrm>
              <a:off x="225252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3" name="Google Shape;1780;p36"/>
            <p:cNvSpPr/>
            <p:nvPr/>
          </p:nvSpPr>
          <p:spPr>
            <a:xfrm>
              <a:off x="22874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4" name="Google Shape;1781;p36"/>
            <p:cNvSpPr/>
            <p:nvPr/>
          </p:nvSpPr>
          <p:spPr>
            <a:xfrm>
              <a:off x="2393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5" name="Google Shape;1782;p36"/>
            <p:cNvSpPr/>
            <p:nvPr/>
          </p:nvSpPr>
          <p:spPr>
            <a:xfrm>
              <a:off x="2322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6" name="Google Shape;1783;p36"/>
            <p:cNvSpPr/>
            <p:nvPr/>
          </p:nvSpPr>
          <p:spPr>
            <a:xfrm>
              <a:off x="24660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7" name="Google Shape;1784;p36"/>
            <p:cNvSpPr/>
            <p:nvPr/>
          </p:nvSpPr>
          <p:spPr>
            <a:xfrm>
              <a:off x="28216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8" name="Google Shape;1785;p36"/>
            <p:cNvSpPr/>
            <p:nvPr/>
          </p:nvSpPr>
          <p:spPr>
            <a:xfrm>
              <a:off x="24642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59" name="Google Shape;1786;p36"/>
            <p:cNvSpPr/>
            <p:nvPr/>
          </p:nvSpPr>
          <p:spPr>
            <a:xfrm>
              <a:off x="25372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0" name="Google Shape;1787;p36"/>
            <p:cNvSpPr/>
            <p:nvPr/>
          </p:nvSpPr>
          <p:spPr>
            <a:xfrm>
              <a:off x="29638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1" name="Google Shape;1788;p36"/>
            <p:cNvSpPr/>
            <p:nvPr/>
          </p:nvSpPr>
          <p:spPr>
            <a:xfrm>
              <a:off x="29988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2" name="Google Shape;1789;p36"/>
            <p:cNvSpPr/>
            <p:nvPr/>
          </p:nvSpPr>
          <p:spPr>
            <a:xfrm>
              <a:off x="2892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3" name="Google Shape;1790;p36"/>
            <p:cNvSpPr/>
            <p:nvPr/>
          </p:nvSpPr>
          <p:spPr>
            <a:xfrm>
              <a:off x="27507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4" name="Google Shape;1791;p36"/>
            <p:cNvSpPr/>
            <p:nvPr/>
          </p:nvSpPr>
          <p:spPr>
            <a:xfrm>
              <a:off x="260820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5" name="Google Shape;1792;p36"/>
            <p:cNvSpPr/>
            <p:nvPr/>
          </p:nvSpPr>
          <p:spPr>
            <a:xfrm>
              <a:off x="267948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6" name="Google Shape;1793;p36"/>
            <p:cNvSpPr/>
            <p:nvPr/>
          </p:nvSpPr>
          <p:spPr>
            <a:xfrm>
              <a:off x="27489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7" name="Google Shape;1794;p36"/>
            <p:cNvSpPr/>
            <p:nvPr/>
          </p:nvSpPr>
          <p:spPr>
            <a:xfrm>
              <a:off x="285660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8" name="Google Shape;1795;p36"/>
            <p:cNvSpPr/>
            <p:nvPr/>
          </p:nvSpPr>
          <p:spPr>
            <a:xfrm>
              <a:off x="27140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69" name="Google Shape;1796;p36"/>
            <p:cNvSpPr/>
            <p:nvPr/>
          </p:nvSpPr>
          <p:spPr>
            <a:xfrm>
              <a:off x="25718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0" name="Google Shape;1797;p36"/>
            <p:cNvSpPr/>
            <p:nvPr/>
          </p:nvSpPr>
          <p:spPr>
            <a:xfrm>
              <a:off x="27853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1" name="Google Shape;1798;p36"/>
            <p:cNvSpPr/>
            <p:nvPr/>
          </p:nvSpPr>
          <p:spPr>
            <a:xfrm>
              <a:off x="25354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2" name="Google Shape;1799;p36"/>
            <p:cNvSpPr/>
            <p:nvPr/>
          </p:nvSpPr>
          <p:spPr>
            <a:xfrm>
              <a:off x="23583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2">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3" name="Google Shape;1800;p36"/>
            <p:cNvSpPr/>
            <p:nvPr/>
          </p:nvSpPr>
          <p:spPr>
            <a:xfrm>
              <a:off x="25009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4" name="Google Shape;1801;p36"/>
            <p:cNvSpPr/>
            <p:nvPr/>
          </p:nvSpPr>
          <p:spPr>
            <a:xfrm>
              <a:off x="242964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5" name="Google Shape;1802;p36"/>
            <p:cNvSpPr/>
            <p:nvPr/>
          </p:nvSpPr>
          <p:spPr>
            <a:xfrm>
              <a:off x="26431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6" name="Google Shape;1803;p36"/>
            <p:cNvSpPr/>
            <p:nvPr/>
          </p:nvSpPr>
          <p:spPr>
            <a:xfrm>
              <a:off x="26776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7" name="Google Shape;1804;p36"/>
            <p:cNvSpPr/>
            <p:nvPr/>
          </p:nvSpPr>
          <p:spPr>
            <a:xfrm>
              <a:off x="30330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8" name="Google Shape;1805;p36"/>
            <p:cNvSpPr/>
            <p:nvPr/>
          </p:nvSpPr>
          <p:spPr>
            <a:xfrm>
              <a:off x="260676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79" name="Google Shape;1806;p36"/>
            <p:cNvSpPr/>
            <p:nvPr/>
          </p:nvSpPr>
          <p:spPr>
            <a:xfrm>
              <a:off x="289080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0" name="Google Shape;1807;p36"/>
            <p:cNvSpPr/>
            <p:nvPr/>
          </p:nvSpPr>
          <p:spPr>
            <a:xfrm>
              <a:off x="296244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1" name="Google Shape;1808;p36"/>
            <p:cNvSpPr/>
            <p:nvPr/>
          </p:nvSpPr>
          <p:spPr>
            <a:xfrm>
              <a:off x="292752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2" name="Google Shape;1809;p36"/>
            <p:cNvSpPr/>
            <p:nvPr/>
          </p:nvSpPr>
          <p:spPr>
            <a:xfrm>
              <a:off x="281952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3" name="Google Shape;1810;p36"/>
            <p:cNvSpPr/>
            <p:nvPr/>
          </p:nvSpPr>
          <p:spPr>
            <a:xfrm>
              <a:off x="26452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4" name="Google Shape;1811;p36"/>
            <p:cNvSpPr/>
            <p:nvPr/>
          </p:nvSpPr>
          <p:spPr>
            <a:xfrm>
              <a:off x="27158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5" name="Google Shape;1812;p36"/>
            <p:cNvSpPr/>
            <p:nvPr/>
          </p:nvSpPr>
          <p:spPr>
            <a:xfrm>
              <a:off x="25736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6" name="Google Shape;1813;p36"/>
            <p:cNvSpPr/>
            <p:nvPr/>
          </p:nvSpPr>
          <p:spPr>
            <a:xfrm>
              <a:off x="27871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7" name="Google Shape;1814;p36"/>
            <p:cNvSpPr/>
            <p:nvPr/>
          </p:nvSpPr>
          <p:spPr>
            <a:xfrm>
              <a:off x="25023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8" name="Google Shape;1815;p36"/>
            <p:cNvSpPr/>
            <p:nvPr/>
          </p:nvSpPr>
          <p:spPr>
            <a:xfrm>
              <a:off x="24318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2" h="2361">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89" name="Google Shape;1816;p36"/>
            <p:cNvSpPr/>
            <p:nvPr/>
          </p:nvSpPr>
          <p:spPr>
            <a:xfrm>
              <a:off x="285804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0" name="Google Shape;1817;p36"/>
            <p:cNvSpPr/>
            <p:nvPr/>
          </p:nvSpPr>
          <p:spPr>
            <a:xfrm>
              <a:off x="2288880" y="468324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1">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1" name="Google Shape;1818;p36"/>
            <p:cNvSpPr/>
            <p:nvPr/>
          </p:nvSpPr>
          <p:spPr>
            <a:xfrm>
              <a:off x="236016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2" name="Google Shape;1819;p36"/>
            <p:cNvSpPr/>
            <p:nvPr/>
          </p:nvSpPr>
          <p:spPr>
            <a:xfrm>
              <a:off x="3069360" y="462456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3" h="2362">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3" name="Google Shape;1820;p36"/>
            <p:cNvSpPr/>
            <p:nvPr/>
          </p:nvSpPr>
          <p:spPr>
            <a:xfrm>
              <a:off x="31388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4" name="Google Shape;1821;p36"/>
            <p:cNvSpPr/>
            <p:nvPr/>
          </p:nvSpPr>
          <p:spPr>
            <a:xfrm>
              <a:off x="3104280" y="459468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5" name="Google Shape;1822;p36"/>
            <p:cNvSpPr/>
            <p:nvPr/>
          </p:nvSpPr>
          <p:spPr>
            <a:xfrm>
              <a:off x="2218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6" name="Google Shape;1823;p36"/>
            <p:cNvSpPr/>
            <p:nvPr/>
          </p:nvSpPr>
          <p:spPr>
            <a:xfrm>
              <a:off x="292932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7" name="Google Shape;1824;p36"/>
            <p:cNvSpPr/>
            <p:nvPr/>
          </p:nvSpPr>
          <p:spPr>
            <a:xfrm>
              <a:off x="300060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8" name="Google Shape;1825;p36"/>
            <p:cNvSpPr/>
            <p:nvPr/>
          </p:nvSpPr>
          <p:spPr>
            <a:xfrm>
              <a:off x="30351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99" name="Google Shape;1826;p36"/>
            <p:cNvSpPr/>
            <p:nvPr/>
          </p:nvSpPr>
          <p:spPr>
            <a:xfrm>
              <a:off x="2216160" y="462456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0" name="Google Shape;1827;p36"/>
            <p:cNvSpPr/>
            <p:nvPr/>
          </p:nvSpPr>
          <p:spPr>
            <a:xfrm>
              <a:off x="271260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1" name="Google Shape;1828;p36"/>
            <p:cNvSpPr/>
            <p:nvPr/>
          </p:nvSpPr>
          <p:spPr>
            <a:xfrm>
              <a:off x="27831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2" name="Google Shape;1829;p36"/>
            <p:cNvSpPr/>
            <p:nvPr/>
          </p:nvSpPr>
          <p:spPr>
            <a:xfrm>
              <a:off x="26409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3" name="Google Shape;1830;p36"/>
            <p:cNvSpPr/>
            <p:nvPr/>
          </p:nvSpPr>
          <p:spPr>
            <a:xfrm>
              <a:off x="28544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4" name="Google Shape;1831;p36"/>
            <p:cNvSpPr/>
            <p:nvPr/>
          </p:nvSpPr>
          <p:spPr>
            <a:xfrm>
              <a:off x="2996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5" name="Google Shape;1832;p36"/>
            <p:cNvSpPr/>
            <p:nvPr/>
          </p:nvSpPr>
          <p:spPr>
            <a:xfrm>
              <a:off x="292536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6" name="Google Shape;1833;p36"/>
            <p:cNvSpPr/>
            <p:nvPr/>
          </p:nvSpPr>
          <p:spPr>
            <a:xfrm>
              <a:off x="25696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7" name="Google Shape;1834;p36"/>
            <p:cNvSpPr/>
            <p:nvPr/>
          </p:nvSpPr>
          <p:spPr>
            <a:xfrm>
              <a:off x="2181960" y="4653720"/>
              <a:ext cx="117360" cy="41400"/>
            </a:xfrm>
            <a:custGeom>
              <a:avLst/>
              <a:gdLst>
                <a:gd name="textAreaLeft" fmla="*/ 0 w 117360"/>
                <a:gd name="textAreaRight" fmla="*/ 117720 w 117360"/>
                <a:gd name="textAreaTop" fmla="*/ 0 h 41400"/>
                <a:gd name="textAreaBottom" fmla="*/ 41760 h 41400"/>
              </a:gdLst>
              <a:ahLst/>
              <a:cxnLst/>
              <a:rect l="textAreaLeft" t="textAreaTop" r="textAreaRight" b="textAreaBottom"/>
              <a:pathLst>
                <a:path w="7123" h="2402">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8" name="Google Shape;1835;p36"/>
            <p:cNvSpPr/>
            <p:nvPr/>
          </p:nvSpPr>
          <p:spPr>
            <a:xfrm>
              <a:off x="2250720" y="4594680"/>
              <a:ext cx="118080" cy="41400"/>
            </a:xfrm>
            <a:custGeom>
              <a:avLst/>
              <a:gdLst>
                <a:gd name="textAreaLeft" fmla="*/ 0 w 118080"/>
                <a:gd name="textAreaRight" fmla="*/ 118440 w 118080"/>
                <a:gd name="textAreaTop" fmla="*/ 0 h 41400"/>
                <a:gd name="textAreaBottom" fmla="*/ 41760 h 41400"/>
              </a:gdLst>
              <a:ahLst/>
              <a:cxnLst/>
              <a:rect l="textAreaLeft" t="textAreaTop" r="textAreaRight" b="textAreaBottom"/>
              <a:pathLst>
                <a:path w="7164" h="2402">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rgbClr val="494949"/>
            </a:solidFill>
            <a:ln w="0">
              <a:noFill/>
            </a:ln>
          </p:spPr>
          <p:style>
            <a:lnRef idx="0"/>
            <a:fillRef idx="0"/>
            <a:effectRef idx="0"/>
            <a:fontRef idx="minor"/>
          </p:style>
          <p:txBody>
            <a:bodyPr tIns="20880" bIns="208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9" name="Google Shape;1836;p36"/>
            <p:cNvSpPr/>
            <p:nvPr/>
          </p:nvSpPr>
          <p:spPr>
            <a:xfrm>
              <a:off x="30679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0" name="Google Shape;1837;p36"/>
            <p:cNvSpPr/>
            <p:nvPr/>
          </p:nvSpPr>
          <p:spPr>
            <a:xfrm>
              <a:off x="2146680" y="468324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1">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1" name="Google Shape;1838;p36"/>
            <p:cNvSpPr/>
            <p:nvPr/>
          </p:nvSpPr>
          <p:spPr>
            <a:xfrm>
              <a:off x="228564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2" name="Google Shape;1839;p36"/>
            <p:cNvSpPr/>
            <p:nvPr/>
          </p:nvSpPr>
          <p:spPr>
            <a:xfrm>
              <a:off x="242748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3" name="Google Shape;1840;p36"/>
            <p:cNvSpPr/>
            <p:nvPr/>
          </p:nvSpPr>
          <p:spPr>
            <a:xfrm>
              <a:off x="2356200" y="4565880"/>
              <a:ext cx="118080" cy="40680"/>
            </a:xfrm>
            <a:custGeom>
              <a:avLst/>
              <a:gdLst>
                <a:gd name="textAreaLeft" fmla="*/ 0 w 118080"/>
                <a:gd name="textAreaRight" fmla="*/ 118440 w 118080"/>
                <a:gd name="textAreaTop" fmla="*/ 0 h 40680"/>
                <a:gd name="textAreaBottom" fmla="*/ 41040 h 40680"/>
              </a:gdLst>
              <a:ahLst/>
              <a:cxnLst/>
              <a:rect l="textAreaLeft" t="textAreaTop" r="textAreaRight" b="textAreaBottom"/>
              <a:pathLst>
                <a:path w="7164" h="2362">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4" name="Google Shape;1841;p36"/>
            <p:cNvSpPr/>
            <p:nvPr/>
          </p:nvSpPr>
          <p:spPr>
            <a:xfrm>
              <a:off x="2499120" y="4565880"/>
              <a:ext cx="117360" cy="40680"/>
            </a:xfrm>
            <a:custGeom>
              <a:avLst/>
              <a:gdLst>
                <a:gd name="textAreaLeft" fmla="*/ 0 w 117360"/>
                <a:gd name="textAreaRight" fmla="*/ 117720 w 117360"/>
                <a:gd name="textAreaTop" fmla="*/ 0 h 40680"/>
                <a:gd name="textAreaBottom" fmla="*/ 41040 h 40680"/>
              </a:gdLst>
              <a:ahLst/>
              <a:cxnLst/>
              <a:rect l="textAreaLeft" t="textAreaTop" r="textAreaRight" b="textAreaBottom"/>
              <a:pathLst>
                <a:path w="7123" h="2362">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rgbClr val="494949"/>
            </a:solidFill>
            <a:ln w="0">
              <a:noFill/>
            </a:ln>
          </p:spPr>
          <p:style>
            <a:lnRef idx="0"/>
            <a:fillRef idx="0"/>
            <a:effectRef idx="0"/>
            <a:fontRef idx="minor"/>
          </p:style>
          <p:txBody>
            <a:bodyPr tIns="20520" bIns="20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5" name="Google Shape;1842;p36"/>
            <p:cNvSpPr/>
            <p:nvPr/>
          </p:nvSpPr>
          <p:spPr>
            <a:xfrm>
              <a:off x="3011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6" name="Google Shape;1843;p36"/>
            <p:cNvSpPr/>
            <p:nvPr/>
          </p:nvSpPr>
          <p:spPr>
            <a:xfrm>
              <a:off x="300816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8" h="3582">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7" name="Google Shape;1844;p36"/>
            <p:cNvSpPr/>
            <p:nvPr/>
          </p:nvSpPr>
          <p:spPr>
            <a:xfrm>
              <a:off x="321372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0" y="0"/>
                  </a:moveTo>
                  <a:lnTo>
                    <a:pt x="0" y="15709"/>
                  </a:lnTo>
                  <a:lnTo>
                    <a:pt x="4111" y="15709"/>
                  </a:lnTo>
                  <a:lnTo>
                    <a:pt x="4111"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18" name="Google Shape;1845;p36"/>
            <p:cNvSpPr/>
            <p:nvPr/>
          </p:nvSpPr>
          <p:spPr>
            <a:xfrm>
              <a:off x="320832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3" h="16402">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9" name="Google Shape;1846;p36"/>
            <p:cNvSpPr/>
            <p:nvPr/>
          </p:nvSpPr>
          <p:spPr>
            <a:xfrm>
              <a:off x="320292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3" h="11396">
                  <a:moveTo>
                    <a:pt x="0" y="0"/>
                  </a:moveTo>
                  <a:lnTo>
                    <a:pt x="0" y="11395"/>
                  </a:lnTo>
                  <a:lnTo>
                    <a:pt x="5413" y="11395"/>
                  </a:lnTo>
                  <a:lnTo>
                    <a:pt x="5413"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0" name="Google Shape;1847;p36"/>
            <p:cNvSpPr/>
            <p:nvPr/>
          </p:nvSpPr>
          <p:spPr>
            <a:xfrm>
              <a:off x="319752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1" name="Google Shape;1848;p36"/>
            <p:cNvSpPr/>
            <p:nvPr/>
          </p:nvSpPr>
          <p:spPr>
            <a:xfrm>
              <a:off x="2698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0" y="53436"/>
                  </a:lnTo>
                  <a:lnTo>
                    <a:pt x="68290"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2" name="Google Shape;1849;p36"/>
            <p:cNvSpPr/>
            <p:nvPr/>
          </p:nvSpPr>
          <p:spPr>
            <a:xfrm>
              <a:off x="269316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2" h="54088">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3" name="Google Shape;1850;p36"/>
            <p:cNvSpPr/>
            <p:nvPr/>
          </p:nvSpPr>
          <p:spPr>
            <a:xfrm>
              <a:off x="275904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6" h="47738">
                  <a:moveTo>
                    <a:pt x="1" y="0"/>
                  </a:moveTo>
                  <a:lnTo>
                    <a:pt x="1" y="47738"/>
                  </a:lnTo>
                  <a:lnTo>
                    <a:pt x="61006" y="47738"/>
                  </a:lnTo>
                  <a:lnTo>
                    <a:pt x="61006"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4" name="Google Shape;1851;p36"/>
            <p:cNvSpPr/>
            <p:nvPr/>
          </p:nvSpPr>
          <p:spPr>
            <a:xfrm>
              <a:off x="275364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25" name="Google Shape;1852;p36"/>
            <p:cNvSpPr/>
            <p:nvPr/>
          </p:nvSpPr>
          <p:spPr>
            <a:xfrm>
              <a:off x="282312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6" name="Google Shape;1853;p36"/>
            <p:cNvSpPr/>
            <p:nvPr/>
          </p:nvSpPr>
          <p:spPr>
            <a:xfrm>
              <a:off x="282312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6" h="13391">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7" name="Google Shape;1854;p36"/>
            <p:cNvSpPr/>
            <p:nvPr/>
          </p:nvSpPr>
          <p:spPr>
            <a:xfrm>
              <a:off x="282312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6" h="13431">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8" name="Google Shape;1855;p36"/>
            <p:cNvSpPr/>
            <p:nvPr/>
          </p:nvSpPr>
          <p:spPr>
            <a:xfrm>
              <a:off x="32223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29" name="Google Shape;1856;p36"/>
            <p:cNvSpPr/>
            <p:nvPr/>
          </p:nvSpPr>
          <p:spPr>
            <a:xfrm>
              <a:off x="322236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0" name="Google Shape;1857;p36"/>
            <p:cNvSpPr/>
            <p:nvPr/>
          </p:nvSpPr>
          <p:spPr>
            <a:xfrm>
              <a:off x="2448360" y="310140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1" name="Google Shape;1858;p36"/>
            <p:cNvSpPr/>
            <p:nvPr/>
          </p:nvSpPr>
          <p:spPr>
            <a:xfrm>
              <a:off x="2445120" y="3095640"/>
              <a:ext cx="442080" cy="61920"/>
            </a:xfrm>
            <a:custGeom>
              <a:avLst/>
              <a:gdLst>
                <a:gd name="textAreaLeft" fmla="*/ 0 w 442080"/>
                <a:gd name="textAreaRight" fmla="*/ 442440 w 442080"/>
                <a:gd name="textAreaTop" fmla="*/ 0 h 61920"/>
                <a:gd name="textAreaBottom" fmla="*/ 62280 h 61920"/>
              </a:gdLst>
              <a:ahLst/>
              <a:cxnLst/>
              <a:rect l="textAreaLeft" t="textAreaTop" r="textAreaRight" b="textAreaBottom"/>
              <a:pathLst>
                <a:path w="26739" h="3583">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2" name="Google Shape;1859;p36"/>
            <p:cNvSpPr/>
            <p:nvPr/>
          </p:nvSpPr>
          <p:spPr>
            <a:xfrm>
              <a:off x="2650680" y="2857680"/>
              <a:ext cx="68400" cy="272880"/>
            </a:xfrm>
            <a:custGeom>
              <a:avLst/>
              <a:gdLst>
                <a:gd name="textAreaLeft" fmla="*/ 0 w 68400"/>
                <a:gd name="textAreaRight" fmla="*/ 68760 w 68400"/>
                <a:gd name="textAreaTop" fmla="*/ 0 h 272880"/>
                <a:gd name="textAreaBottom" fmla="*/ 273240 h 272880"/>
              </a:gdLst>
              <a:ahLst/>
              <a:cxnLst/>
              <a:rect l="textAreaLeft" t="textAreaTop" r="textAreaRight" b="textAreaBottom"/>
              <a:pathLst>
                <a:path w="4152" h="15710">
                  <a:moveTo>
                    <a:pt x="1" y="1"/>
                  </a:moveTo>
                  <a:lnTo>
                    <a:pt x="1" y="15710"/>
                  </a:lnTo>
                  <a:lnTo>
                    <a:pt x="4152" y="15710"/>
                  </a:lnTo>
                  <a:lnTo>
                    <a:pt x="4152" y="1"/>
                  </a:lnTo>
                  <a:close/>
                </a:path>
              </a:pathLst>
            </a:custGeom>
            <a:solidFill>
              <a:schemeClr val="lt1"/>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3" name="Google Shape;1860;p36"/>
            <p:cNvSpPr/>
            <p:nvPr/>
          </p:nvSpPr>
          <p:spPr>
            <a:xfrm>
              <a:off x="2645280" y="285156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4" name="Google Shape;1861;p36"/>
            <p:cNvSpPr/>
            <p:nvPr/>
          </p:nvSpPr>
          <p:spPr>
            <a:xfrm>
              <a:off x="2639880" y="2857680"/>
              <a:ext cx="90000" cy="197640"/>
            </a:xfrm>
            <a:custGeom>
              <a:avLst/>
              <a:gdLst>
                <a:gd name="textAreaLeft" fmla="*/ 0 w 90000"/>
                <a:gd name="textAreaRight" fmla="*/ 90360 w 90000"/>
                <a:gd name="textAreaTop" fmla="*/ 0 h 197640"/>
                <a:gd name="textAreaBottom" fmla="*/ 198000 h 197640"/>
              </a:gdLst>
              <a:ahLst/>
              <a:cxnLst/>
              <a:rect l="textAreaLeft" t="textAreaTop" r="textAreaRight" b="textAreaBottom"/>
              <a:pathLst>
                <a:path w="5454" h="11396">
                  <a:moveTo>
                    <a:pt x="0" y="1"/>
                  </a:moveTo>
                  <a:lnTo>
                    <a:pt x="0" y="11396"/>
                  </a:lnTo>
                  <a:lnTo>
                    <a:pt x="5454" y="11396"/>
                  </a:lnTo>
                  <a:lnTo>
                    <a:pt x="5454"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5" name="Google Shape;1862;p36"/>
            <p:cNvSpPr/>
            <p:nvPr/>
          </p:nvSpPr>
          <p:spPr>
            <a:xfrm>
              <a:off x="2634480" y="2851560"/>
              <a:ext cx="100800" cy="210600"/>
            </a:xfrm>
            <a:custGeom>
              <a:avLst/>
              <a:gdLst>
                <a:gd name="textAreaLeft" fmla="*/ 0 w 100800"/>
                <a:gd name="textAreaRight" fmla="*/ 101160 w 100800"/>
                <a:gd name="textAreaTop" fmla="*/ 0 h 210600"/>
                <a:gd name="textAreaBottom" fmla="*/ 210960 h 210600"/>
              </a:gdLst>
              <a:ahLst/>
              <a:cxnLst/>
              <a:rect l="textAreaLeft" t="textAreaTop" r="textAreaRight" b="textAreaBottom"/>
              <a:pathLst>
                <a:path w="6106" h="12129">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6" name="Google Shape;1863;p36"/>
            <p:cNvSpPr/>
            <p:nvPr/>
          </p:nvSpPr>
          <p:spPr>
            <a:xfrm>
              <a:off x="2135880" y="194868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7">
                  <a:moveTo>
                    <a:pt x="1" y="1"/>
                  </a:moveTo>
                  <a:lnTo>
                    <a:pt x="1" y="53436"/>
                  </a:lnTo>
                  <a:lnTo>
                    <a:pt x="68291" y="53436"/>
                  </a:lnTo>
                  <a:lnTo>
                    <a:pt x="68291" y="1"/>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37" name="Google Shape;1864;p36"/>
            <p:cNvSpPr/>
            <p:nvPr/>
          </p:nvSpPr>
          <p:spPr>
            <a:xfrm>
              <a:off x="2130840" y="1942920"/>
              <a:ext cx="1140480" cy="939960"/>
            </a:xfrm>
            <a:custGeom>
              <a:avLst/>
              <a:gdLst>
                <a:gd name="textAreaLeft" fmla="*/ 0 w 1140480"/>
                <a:gd name="textAreaRight" fmla="*/ 1140840 w 1140480"/>
                <a:gd name="textAreaTop" fmla="*/ 0 h 939960"/>
                <a:gd name="textAreaBottom" fmla="*/ 940320 h 939960"/>
              </a:gdLst>
              <a:ahLst/>
              <a:cxnLst/>
              <a:rect l="textAreaLeft" t="textAreaTop" r="textAreaRight" b="textAreaBottom"/>
              <a:pathLst>
                <a:path w="68942" h="54087">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8" name="Google Shape;1865;p36"/>
            <p:cNvSpPr/>
            <p:nvPr/>
          </p:nvSpPr>
          <p:spPr>
            <a:xfrm>
              <a:off x="2196720" y="1998360"/>
              <a:ext cx="1008360" cy="829440"/>
            </a:xfrm>
            <a:custGeom>
              <a:avLst/>
              <a:gdLst>
                <a:gd name="textAreaLeft" fmla="*/ 0 w 1008360"/>
                <a:gd name="textAreaRight" fmla="*/ 1008720 w 1008360"/>
                <a:gd name="textAreaTop" fmla="*/ 0 h 829440"/>
                <a:gd name="textAreaBottom" fmla="*/ 829800 h 829440"/>
              </a:gdLst>
              <a:ahLst/>
              <a:cxnLst/>
              <a:rect l="textAreaLeft" t="textAreaTop" r="textAreaRight" b="textAreaBottom"/>
              <a:pathLst>
                <a:path w="60965" h="47739">
                  <a:moveTo>
                    <a:pt x="1" y="1"/>
                  </a:moveTo>
                  <a:lnTo>
                    <a:pt x="1" y="47738"/>
                  </a:lnTo>
                  <a:lnTo>
                    <a:pt x="60965" y="47738"/>
                  </a:lnTo>
                  <a:lnTo>
                    <a:pt x="60965" y="1"/>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39" name="Google Shape;1866;p36"/>
            <p:cNvSpPr/>
            <p:nvPr/>
          </p:nvSpPr>
          <p:spPr>
            <a:xfrm>
              <a:off x="2190600" y="1992600"/>
              <a:ext cx="1020600" cy="840960"/>
            </a:xfrm>
            <a:custGeom>
              <a:avLst/>
              <a:gdLst>
                <a:gd name="textAreaLeft" fmla="*/ 0 w 1020600"/>
                <a:gd name="textAreaRight" fmla="*/ 1020960 w 1020600"/>
                <a:gd name="textAreaTop" fmla="*/ 0 h 840960"/>
                <a:gd name="textAreaBottom" fmla="*/ 841320 h 840960"/>
              </a:gdLst>
              <a:ahLst/>
              <a:cxnLst/>
              <a:rect l="textAreaLeft" t="textAreaTop" r="textAreaRight" b="textAreaBottom"/>
              <a:pathLst>
                <a:path w="61698" h="4839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40" name="Google Shape;1867;p36"/>
            <p:cNvSpPr/>
            <p:nvPr/>
          </p:nvSpPr>
          <p:spPr>
            <a:xfrm>
              <a:off x="2270160" y="2085120"/>
              <a:ext cx="421920" cy="203400"/>
            </a:xfrm>
            <a:custGeom>
              <a:avLst/>
              <a:gdLst>
                <a:gd name="textAreaLeft" fmla="*/ 0 w 421920"/>
                <a:gd name="textAreaRight" fmla="*/ 422280 w 421920"/>
                <a:gd name="textAreaTop" fmla="*/ 0 h 203400"/>
                <a:gd name="textAreaBottom" fmla="*/ 203760 h 203400"/>
              </a:gdLst>
              <a:ahLst/>
              <a:cxnLst/>
              <a:rect l="textAreaLeft" t="textAreaTop" r="textAreaRight" b="textAreaBottom"/>
              <a:pathLst>
                <a:path w="25518" h="11722">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1" name="Google Shape;1868;p36"/>
            <p:cNvSpPr/>
            <p:nvPr/>
          </p:nvSpPr>
          <p:spPr>
            <a:xfrm>
              <a:off x="2328840" y="24105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w="0">
              <a:noFill/>
            </a:ln>
          </p:spPr>
          <p:style>
            <a:lnRef idx="0"/>
            <a:fillRef idx="0"/>
            <a:effectRef idx="0"/>
            <a:fontRef idx="minor"/>
          </p:style>
          <p:txBody>
            <a:bodyPr tIns="40320" bIns="40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2" name="Google Shape;1869;p36"/>
            <p:cNvSpPr/>
            <p:nvPr/>
          </p:nvSpPr>
          <p:spPr>
            <a:xfrm>
              <a:off x="2328840" y="248076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w="0">
              <a:noFill/>
            </a:ln>
          </p:spPr>
          <p:style>
            <a:lnRef idx="0"/>
            <a:fillRef idx="0"/>
            <a:effectRef idx="0"/>
            <a:fontRef idx="minor"/>
          </p:style>
          <p:txBody>
            <a:bodyPr tIns="40320" bIns="40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3" name="Google Shape;1870;p36"/>
            <p:cNvSpPr/>
            <p:nvPr/>
          </p:nvSpPr>
          <p:spPr>
            <a:xfrm>
              <a:off x="2328840" y="2638440"/>
              <a:ext cx="693360" cy="79560"/>
            </a:xfrm>
            <a:custGeom>
              <a:avLst/>
              <a:gdLst>
                <a:gd name="textAreaLeft" fmla="*/ 0 w 693360"/>
                <a:gd name="textAreaRight" fmla="*/ 693720 w 693360"/>
                <a:gd name="textAreaTop" fmla="*/ 0 h 79560"/>
                <a:gd name="textAreaBottom" fmla="*/ 79920 h 79560"/>
              </a:gdLst>
              <a:ahLst/>
              <a:cxnLst/>
              <a:rect l="textAreaLeft" t="textAreaTop" r="textAreaRight" b="textAreaBottom"/>
              <a:pathLst>
                <a:path w="41919" h="460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w="0">
              <a:noFill/>
            </a:ln>
          </p:spPr>
          <p:style>
            <a:lnRef idx="0"/>
            <a:fillRef idx="0"/>
            <a:effectRef idx="0"/>
            <a:fontRef idx="minor"/>
          </p:style>
          <p:txBody>
            <a:bodyPr tIns="39960" bIns="399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4" name="Google Shape;1871;p36"/>
            <p:cNvSpPr/>
            <p:nvPr/>
          </p:nvSpPr>
          <p:spPr>
            <a:xfrm>
              <a:off x="2328840" y="2567880"/>
              <a:ext cx="693360" cy="80280"/>
            </a:xfrm>
            <a:custGeom>
              <a:avLst/>
              <a:gdLst>
                <a:gd name="textAreaLeft" fmla="*/ 0 w 693360"/>
                <a:gd name="textAreaRight" fmla="*/ 693720 w 693360"/>
                <a:gd name="textAreaTop" fmla="*/ 0 h 80280"/>
                <a:gd name="textAreaBottom" fmla="*/ 80640 h 80280"/>
              </a:gdLst>
              <a:ahLst/>
              <a:cxnLst/>
              <a:rect l="textAreaLeft" t="textAreaTop" r="textAreaRight" b="textAreaBottom"/>
              <a:pathLst>
                <a:path w="41919" h="4641">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w="0">
              <a:noFill/>
            </a:ln>
          </p:spPr>
          <p:style>
            <a:lnRef idx="0"/>
            <a:fillRef idx="0"/>
            <a:effectRef idx="0"/>
            <a:fontRef idx="minor"/>
          </p:style>
          <p:txBody>
            <a:bodyPr tIns="40320" bIns="403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5" name="Google Shape;1872;p36"/>
            <p:cNvSpPr/>
            <p:nvPr/>
          </p:nvSpPr>
          <p:spPr>
            <a:xfrm>
              <a:off x="303372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1"/>
                  </a:moveTo>
                  <a:lnTo>
                    <a:pt x="0" y="3908"/>
                  </a:lnTo>
                  <a:lnTo>
                    <a:pt x="3866" y="3908"/>
                  </a:lnTo>
                  <a:lnTo>
                    <a:pt x="3866" y="1"/>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6" name="Google Shape;1873;p36"/>
            <p:cNvSpPr/>
            <p:nvPr/>
          </p:nvSpPr>
          <p:spPr>
            <a:xfrm>
              <a:off x="303372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8">
                  <a:moveTo>
                    <a:pt x="0" y="1"/>
                  </a:moveTo>
                  <a:lnTo>
                    <a:pt x="0" y="3867"/>
                  </a:lnTo>
                  <a:lnTo>
                    <a:pt x="3866" y="3867"/>
                  </a:lnTo>
                  <a:lnTo>
                    <a:pt x="3866"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7" name="Google Shape;1874;p36"/>
            <p:cNvSpPr/>
            <p:nvPr/>
          </p:nvSpPr>
          <p:spPr>
            <a:xfrm>
              <a:off x="303372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7" h="3867">
                  <a:moveTo>
                    <a:pt x="0" y="1"/>
                  </a:moveTo>
                  <a:lnTo>
                    <a:pt x="0" y="3867"/>
                  </a:lnTo>
                  <a:lnTo>
                    <a:pt x="3866" y="3867"/>
                  </a:lnTo>
                  <a:lnTo>
                    <a:pt x="3866"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8" name="Google Shape;1875;p36"/>
            <p:cNvSpPr/>
            <p:nvPr/>
          </p:nvSpPr>
          <p:spPr>
            <a:xfrm>
              <a:off x="303372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7" h="3908">
                  <a:moveTo>
                    <a:pt x="0" y="0"/>
                  </a:moveTo>
                  <a:lnTo>
                    <a:pt x="0" y="3907"/>
                  </a:lnTo>
                  <a:lnTo>
                    <a:pt x="3866" y="3907"/>
                  </a:lnTo>
                  <a:lnTo>
                    <a:pt x="3866" y="0"/>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49" name="Google Shape;1876;p36"/>
            <p:cNvSpPr/>
            <p:nvPr/>
          </p:nvSpPr>
          <p:spPr>
            <a:xfrm>
              <a:off x="2251800" y="236952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1"/>
                  </a:moveTo>
                  <a:lnTo>
                    <a:pt x="1" y="3908"/>
                  </a:lnTo>
                  <a:lnTo>
                    <a:pt x="3867" y="3908"/>
                  </a:lnTo>
                  <a:lnTo>
                    <a:pt x="3867" y="1"/>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0" name="Google Shape;1877;p36"/>
            <p:cNvSpPr/>
            <p:nvPr/>
          </p:nvSpPr>
          <p:spPr>
            <a:xfrm>
              <a:off x="2251800" y="245304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8">
                  <a:moveTo>
                    <a:pt x="1" y="1"/>
                  </a:moveTo>
                  <a:lnTo>
                    <a:pt x="1" y="3867"/>
                  </a:lnTo>
                  <a:lnTo>
                    <a:pt x="3867" y="3867"/>
                  </a:lnTo>
                  <a:lnTo>
                    <a:pt x="3867"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1" name="Google Shape;1878;p36"/>
            <p:cNvSpPr/>
            <p:nvPr/>
          </p:nvSpPr>
          <p:spPr>
            <a:xfrm>
              <a:off x="2251800" y="2595960"/>
              <a:ext cx="63720" cy="66960"/>
            </a:xfrm>
            <a:custGeom>
              <a:avLst/>
              <a:gdLst>
                <a:gd name="textAreaLeft" fmla="*/ 0 w 63720"/>
                <a:gd name="textAreaRight" fmla="*/ 64080 w 63720"/>
                <a:gd name="textAreaTop" fmla="*/ 0 h 66960"/>
                <a:gd name="textAreaBottom" fmla="*/ 67320 h 66960"/>
              </a:gdLst>
              <a:ahLst/>
              <a:cxnLst/>
              <a:rect l="textAreaLeft" t="textAreaTop" r="textAreaRight" b="textAreaBottom"/>
              <a:pathLst>
                <a:path w="3868" h="3867">
                  <a:moveTo>
                    <a:pt x="1" y="1"/>
                  </a:moveTo>
                  <a:lnTo>
                    <a:pt x="1" y="3867"/>
                  </a:lnTo>
                  <a:lnTo>
                    <a:pt x="3867" y="3867"/>
                  </a:lnTo>
                  <a:lnTo>
                    <a:pt x="3867" y="1"/>
                  </a:lnTo>
                  <a:close/>
                </a:path>
              </a:pathLst>
            </a:custGeom>
            <a:solidFill>
              <a:schemeClr val="accent1"/>
            </a:solidFill>
            <a:ln w="0">
              <a:noFill/>
            </a:ln>
          </p:spPr>
          <p:style>
            <a:lnRef idx="0"/>
            <a:fillRef idx="0"/>
            <a:effectRef idx="0"/>
            <a:fontRef idx="minor"/>
          </p:style>
          <p:txBody>
            <a:bodyPr tIns="33480" bIns="334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2" name="Google Shape;1879;p36"/>
            <p:cNvSpPr/>
            <p:nvPr/>
          </p:nvSpPr>
          <p:spPr>
            <a:xfrm>
              <a:off x="2251800" y="2678760"/>
              <a:ext cx="63720" cy="67680"/>
            </a:xfrm>
            <a:custGeom>
              <a:avLst/>
              <a:gdLst>
                <a:gd name="textAreaLeft" fmla="*/ 0 w 63720"/>
                <a:gd name="textAreaRight" fmla="*/ 64080 w 63720"/>
                <a:gd name="textAreaTop" fmla="*/ 0 h 67680"/>
                <a:gd name="textAreaBottom" fmla="*/ 68040 h 67680"/>
              </a:gdLst>
              <a:ahLst/>
              <a:cxnLst/>
              <a:rect l="textAreaLeft" t="textAreaTop" r="textAreaRight" b="textAreaBottom"/>
              <a:pathLst>
                <a:path w="3868" h="3908">
                  <a:moveTo>
                    <a:pt x="1" y="0"/>
                  </a:moveTo>
                  <a:lnTo>
                    <a:pt x="1" y="3907"/>
                  </a:lnTo>
                  <a:lnTo>
                    <a:pt x="3867" y="3907"/>
                  </a:lnTo>
                  <a:lnTo>
                    <a:pt x="3867" y="0"/>
                  </a:lnTo>
                  <a:close/>
                </a:path>
              </a:pathLst>
            </a:custGeom>
            <a:solidFill>
              <a:schemeClr val="accent1"/>
            </a:solidFill>
            <a:ln w="0">
              <a:noFill/>
            </a:ln>
          </p:spPr>
          <p:style>
            <a:lnRef idx="0"/>
            <a:fillRef idx="0"/>
            <a:effectRef idx="0"/>
            <a:fontRef idx="minor"/>
          </p:style>
          <p:txBody>
            <a:bodyPr tIns="33840" bIns="338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3" name="Google Shape;1880;p36"/>
            <p:cNvSpPr/>
            <p:nvPr/>
          </p:nvSpPr>
          <p:spPr>
            <a:xfrm>
              <a:off x="2745360" y="207324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4" name="Google Shape;1881;p36"/>
            <p:cNvSpPr/>
            <p:nvPr/>
          </p:nvSpPr>
          <p:spPr>
            <a:xfrm>
              <a:off x="1688400" y="4455360"/>
              <a:ext cx="434520" cy="50760"/>
            </a:xfrm>
            <a:custGeom>
              <a:avLst/>
              <a:gdLst>
                <a:gd name="textAreaLeft" fmla="*/ 0 w 434520"/>
                <a:gd name="textAreaRight" fmla="*/ 434880 w 434520"/>
                <a:gd name="textAreaTop" fmla="*/ 0 h 50760"/>
                <a:gd name="textAreaBottom" fmla="*/ 51120 h 50760"/>
              </a:gdLst>
              <a:ahLst/>
              <a:cxnLst/>
              <a:rect l="textAreaLeft" t="textAreaTop" r="textAreaRight" b="textAreaBottom"/>
              <a:pathLst>
                <a:path w="26291" h="2931">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rgbClr val="494949"/>
            </a:solidFill>
            <a:ln w="0">
              <a:noFill/>
            </a:ln>
          </p:spPr>
          <p:style>
            <a:lnRef idx="0"/>
            <a:fillRef idx="0"/>
            <a:effectRef idx="0"/>
            <a:fontRef idx="minor"/>
          </p:style>
          <p:txBody>
            <a:bodyPr tIns="25560" bIns="25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5" name="Google Shape;1882;p36"/>
            <p:cNvSpPr/>
            <p:nvPr/>
          </p:nvSpPr>
          <p:spPr>
            <a:xfrm>
              <a:off x="1684800" y="4449960"/>
              <a:ext cx="441360" cy="61920"/>
            </a:xfrm>
            <a:custGeom>
              <a:avLst/>
              <a:gdLst>
                <a:gd name="textAreaLeft" fmla="*/ 0 w 441360"/>
                <a:gd name="textAreaRight" fmla="*/ 441720 w 441360"/>
                <a:gd name="textAreaTop" fmla="*/ 0 h 61920"/>
                <a:gd name="textAreaBottom" fmla="*/ 62280 h 61920"/>
              </a:gdLst>
              <a:ahLst/>
              <a:cxnLst/>
              <a:rect l="textAreaLeft" t="textAreaTop" r="textAreaRight" b="textAreaBottom"/>
              <a:pathLst>
                <a:path w="26699" h="3582">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rgbClr val="494949"/>
            </a:solidFill>
            <a:ln w="0">
              <a:noFill/>
            </a:ln>
          </p:spPr>
          <p:style>
            <a:lnRef idx="0"/>
            <a:fillRef idx="0"/>
            <a:effectRef idx="0"/>
            <a:fontRef idx="minor"/>
          </p:style>
          <p:txBody>
            <a:bodyPr tIns="30960" bIns="309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6" name="Google Shape;1883;p36"/>
            <p:cNvSpPr/>
            <p:nvPr/>
          </p:nvSpPr>
          <p:spPr>
            <a:xfrm>
              <a:off x="1890360" y="4212000"/>
              <a:ext cx="67680" cy="272880"/>
            </a:xfrm>
            <a:custGeom>
              <a:avLst/>
              <a:gdLst>
                <a:gd name="textAreaLeft" fmla="*/ 0 w 67680"/>
                <a:gd name="textAreaRight" fmla="*/ 68040 w 67680"/>
                <a:gd name="textAreaTop" fmla="*/ 0 h 272880"/>
                <a:gd name="textAreaBottom" fmla="*/ 273240 h 272880"/>
              </a:gdLst>
              <a:ahLst/>
              <a:cxnLst/>
              <a:rect l="textAreaLeft" t="textAreaTop" r="textAreaRight" b="textAreaBottom"/>
              <a:pathLst>
                <a:path w="4111" h="15710">
                  <a:moveTo>
                    <a:pt x="1" y="0"/>
                  </a:moveTo>
                  <a:lnTo>
                    <a:pt x="1" y="15709"/>
                  </a:lnTo>
                  <a:lnTo>
                    <a:pt x="4111" y="15709"/>
                  </a:lnTo>
                  <a:lnTo>
                    <a:pt x="4111" y="0"/>
                  </a:ln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57" name="Google Shape;1884;p36"/>
            <p:cNvSpPr/>
            <p:nvPr/>
          </p:nvSpPr>
          <p:spPr>
            <a:xfrm>
              <a:off x="1884960" y="4205520"/>
              <a:ext cx="79200" cy="284760"/>
            </a:xfrm>
            <a:custGeom>
              <a:avLst/>
              <a:gdLst>
                <a:gd name="textAreaLeft" fmla="*/ 0 w 79200"/>
                <a:gd name="textAreaRight" fmla="*/ 79560 w 79200"/>
                <a:gd name="textAreaTop" fmla="*/ 0 h 284760"/>
                <a:gd name="textAreaBottom" fmla="*/ 285120 h 284760"/>
              </a:gdLst>
              <a:ahLst/>
              <a:cxnLst/>
              <a:rect l="textAreaLeft" t="textAreaTop" r="textAreaRight" b="textAreaBottom"/>
              <a:pathLst>
                <a:path w="4804" h="16402">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8" name="Google Shape;1885;p36"/>
            <p:cNvSpPr/>
            <p:nvPr/>
          </p:nvSpPr>
          <p:spPr>
            <a:xfrm>
              <a:off x="1879560" y="4212000"/>
              <a:ext cx="89280" cy="197640"/>
            </a:xfrm>
            <a:custGeom>
              <a:avLst/>
              <a:gdLst>
                <a:gd name="textAreaLeft" fmla="*/ 0 w 89280"/>
                <a:gd name="textAreaRight" fmla="*/ 89640 w 89280"/>
                <a:gd name="textAreaTop" fmla="*/ 0 h 197640"/>
                <a:gd name="textAreaBottom" fmla="*/ 198000 h 197640"/>
              </a:gdLst>
              <a:ahLst/>
              <a:cxnLst/>
              <a:rect l="textAreaLeft" t="textAreaTop" r="textAreaRight" b="textAreaBottom"/>
              <a:pathLst>
                <a:path w="5414" h="11396">
                  <a:moveTo>
                    <a:pt x="0" y="0"/>
                  </a:moveTo>
                  <a:lnTo>
                    <a:pt x="0" y="11395"/>
                  </a:lnTo>
                  <a:lnTo>
                    <a:pt x="5413" y="11395"/>
                  </a:lnTo>
                  <a:lnTo>
                    <a:pt x="5413" y="0"/>
                  </a:ln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59" name="Google Shape;1886;p36"/>
            <p:cNvSpPr/>
            <p:nvPr/>
          </p:nvSpPr>
          <p:spPr>
            <a:xfrm>
              <a:off x="1874160" y="4205520"/>
              <a:ext cx="100800" cy="209880"/>
            </a:xfrm>
            <a:custGeom>
              <a:avLst/>
              <a:gdLst>
                <a:gd name="textAreaLeft" fmla="*/ 0 w 100800"/>
                <a:gd name="textAreaRight" fmla="*/ 101160 w 100800"/>
                <a:gd name="textAreaTop" fmla="*/ 0 h 209880"/>
                <a:gd name="textAreaBottom" fmla="*/ 210240 h 209880"/>
              </a:gdLst>
              <a:ahLst/>
              <a:cxnLst/>
              <a:rect l="textAreaLeft" t="textAreaTop" r="textAreaRight" b="textAreaBottom"/>
              <a:pathLst>
                <a:path w="6106" h="12088">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0" name="Google Shape;1887;p36"/>
            <p:cNvSpPr/>
            <p:nvPr/>
          </p:nvSpPr>
          <p:spPr>
            <a:xfrm>
              <a:off x="1375920" y="3303000"/>
              <a:ext cx="1129680" cy="928800"/>
            </a:xfrm>
            <a:custGeom>
              <a:avLst/>
              <a:gdLst>
                <a:gd name="textAreaLeft" fmla="*/ 0 w 1129680"/>
                <a:gd name="textAreaRight" fmla="*/ 1130040 w 1129680"/>
                <a:gd name="textAreaTop" fmla="*/ 0 h 928800"/>
                <a:gd name="textAreaBottom" fmla="*/ 929160 h 928800"/>
              </a:gdLst>
              <a:ahLst/>
              <a:cxnLst/>
              <a:rect l="textAreaLeft" t="textAreaTop" r="textAreaRight" b="textAreaBottom"/>
              <a:pathLst>
                <a:path w="68291" h="53436">
                  <a:moveTo>
                    <a:pt x="1" y="0"/>
                  </a:moveTo>
                  <a:lnTo>
                    <a:pt x="1" y="53436"/>
                  </a:lnTo>
                  <a:lnTo>
                    <a:pt x="68291" y="53436"/>
                  </a:lnTo>
                  <a:lnTo>
                    <a:pt x="68291" y="0"/>
                  </a:ln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1" name="Google Shape;1888;p36"/>
            <p:cNvSpPr/>
            <p:nvPr/>
          </p:nvSpPr>
          <p:spPr>
            <a:xfrm>
              <a:off x="1369800" y="3297240"/>
              <a:ext cx="1141200" cy="939960"/>
            </a:xfrm>
            <a:custGeom>
              <a:avLst/>
              <a:gdLst>
                <a:gd name="textAreaLeft" fmla="*/ 0 w 1141200"/>
                <a:gd name="textAreaRight" fmla="*/ 1141560 w 1141200"/>
                <a:gd name="textAreaTop" fmla="*/ 0 h 939960"/>
                <a:gd name="textAreaBottom" fmla="*/ 940320 h 939960"/>
              </a:gdLst>
              <a:ahLst/>
              <a:cxnLst/>
              <a:rect l="textAreaLeft" t="textAreaTop" r="textAreaRight" b="textAreaBottom"/>
              <a:pathLst>
                <a:path w="68983" h="54088">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2" name="Google Shape;1889;p36"/>
            <p:cNvSpPr/>
            <p:nvPr/>
          </p:nvSpPr>
          <p:spPr>
            <a:xfrm>
              <a:off x="1435680" y="3352320"/>
              <a:ext cx="1009080" cy="829440"/>
            </a:xfrm>
            <a:custGeom>
              <a:avLst/>
              <a:gdLst>
                <a:gd name="textAreaLeft" fmla="*/ 0 w 1009080"/>
                <a:gd name="textAreaRight" fmla="*/ 1009440 w 1009080"/>
                <a:gd name="textAreaTop" fmla="*/ 0 h 829440"/>
                <a:gd name="textAreaBottom" fmla="*/ 829800 h 829440"/>
              </a:gdLst>
              <a:ahLst/>
              <a:cxnLst/>
              <a:rect l="textAreaLeft" t="textAreaTop" r="textAreaRight" b="textAreaBottom"/>
              <a:pathLst>
                <a:path w="61005" h="47738">
                  <a:moveTo>
                    <a:pt x="0" y="0"/>
                  </a:moveTo>
                  <a:lnTo>
                    <a:pt x="0" y="47738"/>
                  </a:lnTo>
                  <a:lnTo>
                    <a:pt x="61005" y="47738"/>
                  </a:lnTo>
                  <a:lnTo>
                    <a:pt x="61005" y="0"/>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3" name="Google Shape;1890;p36"/>
            <p:cNvSpPr/>
            <p:nvPr/>
          </p:nvSpPr>
          <p:spPr>
            <a:xfrm>
              <a:off x="1430280" y="3346920"/>
              <a:ext cx="1019880" cy="840960"/>
            </a:xfrm>
            <a:custGeom>
              <a:avLst/>
              <a:gdLst>
                <a:gd name="textAreaLeft" fmla="*/ 0 w 1019880"/>
                <a:gd name="textAreaRight" fmla="*/ 1020240 w 1019880"/>
                <a:gd name="textAreaTop" fmla="*/ 0 h 840960"/>
                <a:gd name="textAreaBottom" fmla="*/ 841320 h 840960"/>
              </a:gdLst>
              <a:ahLst/>
              <a:cxnLst/>
              <a:rect l="textAreaLeft" t="textAreaTop" r="textAreaRight" b="textAreaBottom"/>
              <a:pathLst>
                <a:path w="61657" h="4839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4" name="Google Shape;1891;p36"/>
            <p:cNvSpPr/>
            <p:nvPr/>
          </p:nvSpPr>
          <p:spPr>
            <a:xfrm>
              <a:off x="162756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5" name="Google Shape;1892;p36"/>
            <p:cNvSpPr/>
            <p:nvPr/>
          </p:nvSpPr>
          <p:spPr>
            <a:xfrm>
              <a:off x="1627560" y="3645360"/>
              <a:ext cx="353160" cy="232560"/>
            </a:xfrm>
            <a:custGeom>
              <a:avLst/>
              <a:gdLst>
                <a:gd name="textAreaLeft" fmla="*/ 0 w 353160"/>
                <a:gd name="textAreaRight" fmla="*/ 353520 w 353160"/>
                <a:gd name="textAreaTop" fmla="*/ 0 h 232560"/>
                <a:gd name="textAreaBottom" fmla="*/ 232920 h 232560"/>
              </a:gdLst>
              <a:ahLst/>
              <a:cxnLst/>
              <a:rect l="textAreaLeft" t="textAreaTop" r="textAreaRight" b="textAreaBottom"/>
              <a:pathLst>
                <a:path w="21367" h="13391">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6" name="Google Shape;1893;p36"/>
            <p:cNvSpPr/>
            <p:nvPr/>
          </p:nvSpPr>
          <p:spPr>
            <a:xfrm>
              <a:off x="1627560" y="39006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rgbClr val="77c6fc"/>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7" name="Google Shape;1894;p36"/>
            <p:cNvSpPr/>
            <p:nvPr/>
          </p:nvSpPr>
          <p:spPr>
            <a:xfrm>
              <a:off x="1622160" y="3895200"/>
              <a:ext cx="364680" cy="244440"/>
            </a:xfrm>
            <a:custGeom>
              <a:avLst/>
              <a:gdLst>
                <a:gd name="textAreaLeft" fmla="*/ 0 w 364680"/>
                <a:gd name="textAreaRight" fmla="*/ 365040 w 364680"/>
                <a:gd name="textAreaTop" fmla="*/ 0 h 244440"/>
                <a:gd name="textAreaBottom" fmla="*/ 244800 h 244440"/>
              </a:gdLst>
              <a:ahLst/>
              <a:cxnLst/>
              <a:rect l="textAreaLeft" t="textAreaTop" r="textAreaRight" b="textAreaBottom"/>
              <a:pathLst>
                <a:path w="22058" h="14083">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68" name="Google Shape;1895;p36"/>
            <p:cNvSpPr/>
            <p:nvPr/>
          </p:nvSpPr>
          <p:spPr>
            <a:xfrm>
              <a:off x="2026800" y="339480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69" name="Google Shape;1896;p36"/>
            <p:cNvSpPr/>
            <p:nvPr/>
          </p:nvSpPr>
          <p:spPr>
            <a:xfrm>
              <a:off x="2026800" y="3651120"/>
              <a:ext cx="353160" cy="233280"/>
            </a:xfrm>
            <a:custGeom>
              <a:avLst/>
              <a:gdLst>
                <a:gd name="textAreaLeft" fmla="*/ 0 w 353160"/>
                <a:gd name="textAreaRight" fmla="*/ 353520 w 353160"/>
                <a:gd name="textAreaTop" fmla="*/ 0 h 233280"/>
                <a:gd name="textAreaBottom" fmla="*/ 233640 h 233280"/>
              </a:gdLst>
              <a:ahLst/>
              <a:cxnLst/>
              <a:rect l="textAreaLeft" t="textAreaTop" r="textAreaRight" b="textAreaBottom"/>
              <a:pathLst>
                <a:path w="21367" h="13431">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0" name="Google Shape;1897;p36"/>
            <p:cNvSpPr/>
            <p:nvPr/>
          </p:nvSpPr>
          <p:spPr>
            <a:xfrm>
              <a:off x="1940040" y="2957760"/>
              <a:ext cx="89280" cy="173160"/>
            </a:xfrm>
            <a:custGeom>
              <a:avLst/>
              <a:gdLst>
                <a:gd name="textAreaLeft" fmla="*/ 0 w 89280"/>
                <a:gd name="textAreaRight" fmla="*/ 89640 w 89280"/>
                <a:gd name="textAreaTop" fmla="*/ 0 h 173160"/>
                <a:gd name="textAreaBottom" fmla="*/ 173520 h 173160"/>
              </a:gdLst>
              <a:ahLst/>
              <a:cxnLst/>
              <a:rect l="textAreaLeft" t="textAreaTop" r="textAreaRight" b="textAreaBottom"/>
              <a:pathLst>
                <a:path w="5413" h="9971">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w="0">
              <a:noFill/>
            </a:ln>
          </p:spPr>
          <p:style>
            <a:lnRef idx="0"/>
            <a:fillRef idx="0"/>
            <a:effectRef idx="0"/>
            <a:fontRef idx="minor"/>
          </p:style>
          <p:txBody>
            <a:bodyPr tIns="86760" bIns="86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1" name="Google Shape;1898;p36"/>
            <p:cNvSpPr/>
            <p:nvPr/>
          </p:nvSpPr>
          <p:spPr>
            <a:xfrm>
              <a:off x="1422360" y="2669400"/>
              <a:ext cx="573480" cy="777600"/>
            </a:xfrm>
            <a:custGeom>
              <a:avLst/>
              <a:gdLst>
                <a:gd name="textAreaLeft" fmla="*/ 0 w 573480"/>
                <a:gd name="textAreaRight" fmla="*/ 573840 w 573480"/>
                <a:gd name="textAreaTop" fmla="*/ 0 h 777600"/>
                <a:gd name="textAreaBottom" fmla="*/ 777960 h 777600"/>
              </a:gdLst>
              <a:ahLst/>
              <a:cxnLst/>
              <a:rect l="textAreaLeft" t="textAreaTop" r="textAreaRight" b="textAreaBottom"/>
              <a:pathLst>
                <a:path w="34674" h="44747">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72" name="Google Shape;1899;p36"/>
            <p:cNvSpPr/>
            <p:nvPr/>
          </p:nvSpPr>
          <p:spPr>
            <a:xfrm>
              <a:off x="1449000" y="2692440"/>
              <a:ext cx="419040" cy="693720"/>
            </a:xfrm>
            <a:custGeom>
              <a:avLst/>
              <a:gdLst>
                <a:gd name="textAreaLeft" fmla="*/ 0 w 419040"/>
                <a:gd name="textAreaRight" fmla="*/ 419400 w 419040"/>
                <a:gd name="textAreaTop" fmla="*/ 0 h 693720"/>
                <a:gd name="textAreaBottom" fmla="*/ 694080 h 693720"/>
              </a:gdLst>
              <a:ahLst/>
              <a:cxnLst/>
              <a:rect l="textAreaLeft" t="textAreaTop" r="textAreaRight" b="textAreaBottom"/>
              <a:pathLst>
                <a:path w="25356" h="39925">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3" name="Google Shape;1900;p36"/>
            <p:cNvSpPr/>
            <p:nvPr/>
          </p:nvSpPr>
          <p:spPr>
            <a:xfrm>
              <a:off x="1785240" y="2770200"/>
              <a:ext cx="200880" cy="122760"/>
            </a:xfrm>
            <a:custGeom>
              <a:avLst/>
              <a:gdLst>
                <a:gd name="textAreaLeft" fmla="*/ 0 w 200880"/>
                <a:gd name="textAreaRight" fmla="*/ 201240 w 200880"/>
                <a:gd name="textAreaTop" fmla="*/ 0 h 122760"/>
                <a:gd name="textAreaBottom" fmla="*/ 123120 h 122760"/>
              </a:gdLst>
              <a:ahLst/>
              <a:cxnLst/>
              <a:rect l="textAreaLeft" t="textAreaTop" r="textAreaRight" b="textAreaBottom"/>
              <a:pathLst>
                <a:path w="12170" h="7082">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w="0">
              <a:noFill/>
            </a:ln>
          </p:spPr>
          <p:style>
            <a:lnRef idx="0"/>
            <a:fillRef idx="0"/>
            <a:effectRef idx="0"/>
            <a:fontRef idx="minor"/>
          </p:style>
          <p:txBody>
            <a:bodyPr tIns="61560" bIns="615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4" name="Google Shape;1901;p36"/>
            <p:cNvSpPr/>
            <p:nvPr/>
          </p:nvSpPr>
          <p:spPr>
            <a:xfrm>
              <a:off x="1416960" y="2663280"/>
              <a:ext cx="580680" cy="789840"/>
            </a:xfrm>
            <a:custGeom>
              <a:avLst/>
              <a:gdLst>
                <a:gd name="textAreaLeft" fmla="*/ 0 w 580680"/>
                <a:gd name="textAreaRight" fmla="*/ 581040 w 580680"/>
                <a:gd name="textAreaTop" fmla="*/ 0 h 789840"/>
                <a:gd name="textAreaBottom" fmla="*/ 790200 h 789840"/>
              </a:gdLst>
              <a:ahLst/>
              <a:cxnLst/>
              <a:rect l="textAreaLeft" t="textAreaTop" r="textAreaRight" b="textAreaBottom"/>
              <a:pathLst>
                <a:path w="35123" h="45446">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5" name="Google Shape;1902;p36"/>
            <p:cNvSpPr/>
            <p:nvPr/>
          </p:nvSpPr>
          <p:spPr>
            <a:xfrm>
              <a:off x="1439640" y="2552400"/>
              <a:ext cx="687960" cy="627840"/>
            </a:xfrm>
            <a:custGeom>
              <a:avLst/>
              <a:gdLst>
                <a:gd name="textAreaLeft" fmla="*/ 0 w 687960"/>
                <a:gd name="textAreaRight" fmla="*/ 688320 w 687960"/>
                <a:gd name="textAreaTop" fmla="*/ 0 h 627840"/>
                <a:gd name="textAreaBottom" fmla="*/ 628200 h 627840"/>
              </a:gdLst>
              <a:ahLst/>
              <a:cxnLst/>
              <a:rect l="textAreaLeft" t="textAreaTop" r="textAreaRight" b="textAreaBottom"/>
              <a:pathLst>
                <a:path w="41593" h="36125">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6" name="Google Shape;1903;p36"/>
            <p:cNvSpPr/>
            <p:nvPr/>
          </p:nvSpPr>
          <p:spPr>
            <a:xfrm>
              <a:off x="1451880" y="2546640"/>
              <a:ext cx="659520" cy="639360"/>
            </a:xfrm>
            <a:custGeom>
              <a:avLst/>
              <a:gdLst>
                <a:gd name="textAreaLeft" fmla="*/ 0 w 659520"/>
                <a:gd name="textAreaRight" fmla="*/ 659880 w 659520"/>
                <a:gd name="textAreaTop" fmla="*/ 0 h 639360"/>
                <a:gd name="textAreaBottom" fmla="*/ 639720 h 639360"/>
              </a:gdLst>
              <a:ahLst/>
              <a:cxnLst/>
              <a:rect l="textAreaLeft" t="textAreaTop" r="textAreaRight" b="textAreaBottom"/>
              <a:pathLst>
                <a:path w="39884" h="36792">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7" name="Google Shape;1904;p36"/>
            <p:cNvSpPr/>
            <p:nvPr/>
          </p:nvSpPr>
          <p:spPr>
            <a:xfrm>
              <a:off x="1551600" y="3013920"/>
              <a:ext cx="38880" cy="36000"/>
            </a:xfrm>
            <a:custGeom>
              <a:avLst/>
              <a:gdLst>
                <a:gd name="textAreaLeft" fmla="*/ 0 w 38880"/>
                <a:gd name="textAreaRight" fmla="*/ 39240 w 38880"/>
                <a:gd name="textAreaTop" fmla="*/ 0 h 36000"/>
                <a:gd name="textAreaBottom" fmla="*/ 36360 h 36000"/>
              </a:gdLst>
              <a:ahLst/>
              <a:cxnLst/>
              <a:rect l="textAreaLeft" t="textAreaTop" r="textAreaRight" b="textAreaBottom"/>
              <a:pathLst>
                <a:path w="2362" h="210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w="0">
              <a:noFill/>
            </a:ln>
          </p:spPr>
          <p:style>
            <a:lnRef idx="0"/>
            <a:fillRef idx="0"/>
            <a:effectRef idx="0"/>
            <a:fontRef idx="minor"/>
          </p:style>
          <p:txBody>
            <a:bodyPr tIns="18000" bIns="18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8" name="Google Shape;1905;p36"/>
            <p:cNvSpPr/>
            <p:nvPr/>
          </p:nvSpPr>
          <p:spPr>
            <a:xfrm>
              <a:off x="1608120" y="2719080"/>
              <a:ext cx="481320" cy="241920"/>
            </a:xfrm>
            <a:custGeom>
              <a:avLst/>
              <a:gdLst>
                <a:gd name="textAreaLeft" fmla="*/ 0 w 481320"/>
                <a:gd name="textAreaRight" fmla="*/ 481680 w 481320"/>
                <a:gd name="textAreaTop" fmla="*/ 0 h 241920"/>
                <a:gd name="textAreaBottom" fmla="*/ 242280 h 241920"/>
              </a:gdLst>
              <a:ahLst/>
              <a:cxnLst/>
              <a:rect l="textAreaLeft" t="textAreaTop" r="textAreaRight" b="textAreaBottom"/>
              <a:pathLst>
                <a:path w="29099" h="13929">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79" name="Google Shape;1906;p36"/>
            <p:cNvSpPr/>
            <p:nvPr/>
          </p:nvSpPr>
          <p:spPr>
            <a:xfrm>
              <a:off x="1598760" y="2832840"/>
              <a:ext cx="236880" cy="277920"/>
            </a:xfrm>
            <a:custGeom>
              <a:avLst/>
              <a:gdLst>
                <a:gd name="textAreaLeft" fmla="*/ 0 w 236880"/>
                <a:gd name="textAreaRight" fmla="*/ 237240 w 236880"/>
                <a:gd name="textAreaTop" fmla="*/ 0 h 277920"/>
                <a:gd name="textAreaBottom" fmla="*/ 278280 h 277920"/>
              </a:gdLst>
              <a:ahLst/>
              <a:cxnLst/>
              <a:rect l="textAreaLeft" t="textAreaTop" r="textAreaRight" b="textAreaBottom"/>
              <a:pathLst>
                <a:path w="14327" h="16012">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0" name="Google Shape;1907;p36"/>
            <p:cNvSpPr/>
            <p:nvPr/>
          </p:nvSpPr>
          <p:spPr>
            <a:xfrm>
              <a:off x="1703160" y="2985120"/>
              <a:ext cx="322200" cy="45720"/>
            </a:xfrm>
            <a:custGeom>
              <a:avLst/>
              <a:gdLst>
                <a:gd name="textAreaLeft" fmla="*/ 0 w 322200"/>
                <a:gd name="textAreaRight" fmla="*/ 322560 w 322200"/>
                <a:gd name="textAreaTop" fmla="*/ 0 h 45720"/>
                <a:gd name="textAreaBottom" fmla="*/ 46080 h 45720"/>
              </a:gdLst>
              <a:ahLst/>
              <a:cxnLst/>
              <a:rect l="textAreaLeft" t="textAreaTop" r="textAreaRight" b="textAreaBottom"/>
              <a:pathLst>
                <a:path w="19495" h="2653">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w="0">
              <a:noFill/>
            </a:ln>
          </p:spPr>
          <p:style>
            <a:lnRef idx="0"/>
            <a:fillRef idx="0"/>
            <a:effectRef idx="0"/>
            <a:fontRef idx="minor"/>
          </p:style>
          <p:txBody>
            <a:bodyPr tIns="23040" bIns="23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1" name="Google Shape;1908;p36"/>
            <p:cNvSpPr/>
            <p:nvPr/>
          </p:nvSpPr>
          <p:spPr>
            <a:xfrm>
              <a:off x="1650600" y="2927520"/>
              <a:ext cx="106200" cy="218160"/>
            </a:xfrm>
            <a:custGeom>
              <a:avLst/>
              <a:gdLst>
                <a:gd name="textAreaLeft" fmla="*/ 0 w 106200"/>
                <a:gd name="textAreaRight" fmla="*/ 106560 w 106200"/>
                <a:gd name="textAreaTop" fmla="*/ 0 h 218160"/>
                <a:gd name="textAreaBottom" fmla="*/ 218520 h 218160"/>
              </a:gdLst>
              <a:ahLst/>
              <a:cxnLst/>
              <a:rect l="textAreaLeft" t="textAreaTop" r="textAreaRight" b="textAreaBottom"/>
              <a:pathLst>
                <a:path w="6431" h="12565">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2" name="Google Shape;1909;p36"/>
            <p:cNvSpPr/>
            <p:nvPr/>
          </p:nvSpPr>
          <p:spPr>
            <a:xfrm>
              <a:off x="1649880" y="2921400"/>
              <a:ext cx="108000" cy="230400"/>
            </a:xfrm>
            <a:custGeom>
              <a:avLst/>
              <a:gdLst>
                <a:gd name="textAreaLeft" fmla="*/ 0 w 108000"/>
                <a:gd name="textAreaRight" fmla="*/ 108360 w 108000"/>
                <a:gd name="textAreaTop" fmla="*/ 0 h 230400"/>
                <a:gd name="textAreaBottom" fmla="*/ 230760 h 230400"/>
              </a:gdLst>
              <a:ahLst/>
              <a:cxnLst/>
              <a:rect l="textAreaLeft" t="textAreaTop" r="textAreaRight" b="textAreaBottom"/>
              <a:pathLst>
                <a:path w="6553" h="13268">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3" name="Google Shape;1910;p36"/>
            <p:cNvSpPr/>
            <p:nvPr/>
          </p:nvSpPr>
          <p:spPr>
            <a:xfrm>
              <a:off x="889560" y="4812840"/>
              <a:ext cx="1654920" cy="323640"/>
            </a:xfrm>
            <a:custGeom>
              <a:avLst/>
              <a:gdLst>
                <a:gd name="textAreaLeft" fmla="*/ 0 w 1654920"/>
                <a:gd name="textAreaRight" fmla="*/ 1655280 w 1654920"/>
                <a:gd name="textAreaTop" fmla="*/ 0 h 323640"/>
                <a:gd name="textAreaBottom" fmla="*/ 324000 h 323640"/>
              </a:gdLst>
              <a:ahLst/>
              <a:cxnLst/>
              <a:rect l="textAreaLeft" t="textAreaTop" r="textAreaRight" b="textAreaBottom"/>
              <a:pathLst>
                <a:path w="100035" h="1864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4" name="Google Shape;1911;p36"/>
            <p:cNvSpPr/>
            <p:nvPr/>
          </p:nvSpPr>
          <p:spPr>
            <a:xfrm>
              <a:off x="884160" y="4807080"/>
              <a:ext cx="1666440" cy="335880"/>
            </a:xfrm>
            <a:custGeom>
              <a:avLst/>
              <a:gdLst>
                <a:gd name="textAreaLeft" fmla="*/ 0 w 1666440"/>
                <a:gd name="textAreaRight" fmla="*/ 1666800 w 1666440"/>
                <a:gd name="textAreaTop" fmla="*/ 0 h 335880"/>
                <a:gd name="textAreaBottom" fmla="*/ 336240 h 335880"/>
              </a:gdLst>
              <a:ahLst/>
              <a:cxnLst/>
              <a:rect l="textAreaLeft" t="textAreaTop" r="textAreaRight" b="textAreaBottom"/>
              <a:pathLst>
                <a:path w="100726" h="19332">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5" name="Google Shape;1912;p36"/>
            <p:cNvSpPr/>
            <p:nvPr/>
          </p:nvSpPr>
          <p:spPr>
            <a:xfrm>
              <a:off x="897480" y="3344760"/>
              <a:ext cx="930240" cy="1627920"/>
            </a:xfrm>
            <a:custGeom>
              <a:avLst/>
              <a:gdLst>
                <a:gd name="textAreaLeft" fmla="*/ 0 w 930240"/>
                <a:gd name="textAreaRight" fmla="*/ 930600 w 930240"/>
                <a:gd name="textAreaTop" fmla="*/ 0 h 1627920"/>
                <a:gd name="textAreaBottom" fmla="*/ 1628280 h 1627920"/>
              </a:gdLst>
              <a:ahLst/>
              <a:cxnLst/>
              <a:rect l="textAreaLeft" t="textAreaTop" r="textAreaRight" b="textAreaBottom"/>
              <a:pathLst>
                <a:path w="56244" h="93664">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86" name="Google Shape;1913;p36"/>
            <p:cNvSpPr/>
            <p:nvPr/>
          </p:nvSpPr>
          <p:spPr>
            <a:xfrm>
              <a:off x="919800" y="3372120"/>
              <a:ext cx="836640" cy="1594440"/>
            </a:xfrm>
            <a:custGeom>
              <a:avLst/>
              <a:gdLst>
                <a:gd name="textAreaLeft" fmla="*/ 0 w 836640"/>
                <a:gd name="textAreaRight" fmla="*/ 837000 w 836640"/>
                <a:gd name="textAreaTop" fmla="*/ 0 h 1594440"/>
                <a:gd name="textAreaBottom" fmla="*/ 1594800 h 1594440"/>
              </a:gdLst>
              <a:ahLst/>
              <a:cxnLst/>
              <a:rect l="textAreaLeft" t="textAreaTop" r="textAreaRight" b="textAreaBottom"/>
              <a:pathLst>
                <a:path w="50587" h="91733">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a:solidFill>
                <a:srgbClr val="477797"/>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7" name="Google Shape;1914;p36"/>
            <p:cNvSpPr/>
            <p:nvPr/>
          </p:nvSpPr>
          <p:spPr>
            <a:xfrm>
              <a:off x="1204200" y="3812400"/>
              <a:ext cx="124920" cy="343440"/>
            </a:xfrm>
            <a:custGeom>
              <a:avLst/>
              <a:gdLst>
                <a:gd name="textAreaLeft" fmla="*/ 0 w 124920"/>
                <a:gd name="textAreaRight" fmla="*/ 125280 w 124920"/>
                <a:gd name="textAreaTop" fmla="*/ 0 h 343440"/>
                <a:gd name="textAreaBottom" fmla="*/ 343800 h 343440"/>
              </a:gdLst>
              <a:ahLst/>
              <a:cxnLst/>
              <a:rect l="textAreaLeft" t="textAreaTop" r="textAreaRight" b="textAreaBottom"/>
              <a:pathLst>
                <a:path w="7570" h="19769">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8" name="Google Shape;1915;p36"/>
            <p:cNvSpPr/>
            <p:nvPr/>
          </p:nvSpPr>
          <p:spPr>
            <a:xfrm>
              <a:off x="1482840" y="4151520"/>
              <a:ext cx="131760" cy="140400"/>
            </a:xfrm>
            <a:custGeom>
              <a:avLst/>
              <a:gdLst>
                <a:gd name="textAreaLeft" fmla="*/ 0 w 131760"/>
                <a:gd name="textAreaRight" fmla="*/ 132120 w 131760"/>
                <a:gd name="textAreaTop" fmla="*/ 0 h 140400"/>
                <a:gd name="textAreaBottom" fmla="*/ 140760 h 140400"/>
              </a:gdLst>
              <a:ahLst/>
              <a:cxnLst/>
              <a:rect l="textAreaLeft" t="textAreaTop" r="textAreaRight" b="textAreaBottom"/>
              <a:pathLst>
                <a:path w="7978" h="8104">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w="0">
              <a:noFill/>
            </a:ln>
          </p:spPr>
          <p:style>
            <a:lnRef idx="0"/>
            <a:fillRef idx="0"/>
            <a:effectRef idx="0"/>
            <a:fontRef idx="minor"/>
          </p:style>
          <p:txBody>
            <a:bodyPr tIns="70200" bIns="70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89" name="Google Shape;1916;p36"/>
            <p:cNvSpPr/>
            <p:nvPr/>
          </p:nvSpPr>
          <p:spPr>
            <a:xfrm>
              <a:off x="1402560" y="4298040"/>
              <a:ext cx="221760" cy="34920"/>
            </a:xfrm>
            <a:custGeom>
              <a:avLst/>
              <a:gdLst>
                <a:gd name="textAreaLeft" fmla="*/ 0 w 221760"/>
                <a:gd name="textAreaRight" fmla="*/ 222120 w 221760"/>
                <a:gd name="textAreaTop" fmla="*/ 0 h 34920"/>
                <a:gd name="textAreaBottom" fmla="*/ 35280 h 34920"/>
              </a:gdLst>
              <a:ahLst/>
              <a:cxnLst/>
              <a:rect l="textAreaLeft" t="textAreaTop" r="textAreaRight" b="textAreaBottom"/>
              <a:pathLst>
                <a:path w="13431" h="2021">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w="0">
              <a:noFill/>
            </a:ln>
          </p:spPr>
          <p:style>
            <a:lnRef idx="0"/>
            <a:fillRef idx="0"/>
            <a:effectRef idx="0"/>
            <a:fontRef idx="minor"/>
          </p:style>
          <p:txBody>
            <a:bodyPr tIns="17640" bIns="176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0" name="Google Shape;1917;p36"/>
            <p:cNvSpPr/>
            <p:nvPr/>
          </p:nvSpPr>
          <p:spPr>
            <a:xfrm>
              <a:off x="1369800" y="4730760"/>
              <a:ext cx="318240" cy="245520"/>
            </a:xfrm>
            <a:custGeom>
              <a:avLst/>
              <a:gdLst>
                <a:gd name="textAreaLeft" fmla="*/ 0 w 318240"/>
                <a:gd name="textAreaRight" fmla="*/ 318600 w 318240"/>
                <a:gd name="textAreaTop" fmla="*/ 0 h 245520"/>
                <a:gd name="textAreaBottom" fmla="*/ 245880 h 245520"/>
              </a:gdLst>
              <a:ahLst/>
              <a:cxnLst/>
              <a:rect l="textAreaLeft" t="textAreaTop" r="textAreaRight" b="textAreaBottom"/>
              <a:pathLst>
                <a:path w="19251" h="14145">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1" name="Google Shape;1918;p36"/>
            <p:cNvSpPr/>
            <p:nvPr/>
          </p:nvSpPr>
          <p:spPr>
            <a:xfrm>
              <a:off x="908280" y="3338640"/>
              <a:ext cx="916920" cy="1640160"/>
            </a:xfrm>
            <a:custGeom>
              <a:avLst/>
              <a:gdLst>
                <a:gd name="textAreaLeft" fmla="*/ 0 w 916920"/>
                <a:gd name="textAreaRight" fmla="*/ 917280 w 916920"/>
                <a:gd name="textAreaTop" fmla="*/ 0 h 1640160"/>
                <a:gd name="textAreaBottom" fmla="*/ 1640520 h 1640160"/>
              </a:gdLst>
              <a:ahLst/>
              <a:cxnLst/>
              <a:rect l="textAreaLeft" t="textAreaTop" r="textAreaRight" b="textAreaBottom"/>
              <a:pathLst>
                <a:path w="55430" h="94354">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2" name="Google Shape;1919;p36"/>
            <p:cNvSpPr/>
            <p:nvPr/>
          </p:nvSpPr>
          <p:spPr>
            <a:xfrm>
              <a:off x="1320480" y="3265560"/>
              <a:ext cx="479160" cy="327240"/>
            </a:xfrm>
            <a:custGeom>
              <a:avLst/>
              <a:gdLst>
                <a:gd name="textAreaLeft" fmla="*/ 0 w 479160"/>
                <a:gd name="textAreaRight" fmla="*/ 479520 w 479160"/>
                <a:gd name="textAreaTop" fmla="*/ 0 h 327240"/>
                <a:gd name="textAreaBottom" fmla="*/ 327600 h 327240"/>
              </a:gdLst>
              <a:ahLst/>
              <a:cxnLst/>
              <a:rect l="textAreaLeft" t="textAreaTop" r="textAreaRight" b="textAreaBottom"/>
              <a:pathLst>
                <a:path w="28978" h="1884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3" name="Google Shape;1920;p36"/>
            <p:cNvSpPr/>
            <p:nvPr/>
          </p:nvSpPr>
          <p:spPr>
            <a:xfrm>
              <a:off x="1320480" y="3265560"/>
              <a:ext cx="351720" cy="218880"/>
            </a:xfrm>
            <a:custGeom>
              <a:avLst/>
              <a:gdLst>
                <a:gd name="textAreaLeft" fmla="*/ 0 w 351720"/>
                <a:gd name="textAreaRight" fmla="*/ 352080 w 351720"/>
                <a:gd name="textAreaTop" fmla="*/ 0 h 218880"/>
                <a:gd name="textAreaBottom" fmla="*/ 219240 h 218880"/>
              </a:gdLst>
              <a:ahLst/>
              <a:cxnLst/>
              <a:rect l="textAreaLeft" t="textAreaTop" r="textAreaRight" b="textAreaBottom"/>
              <a:pathLst>
                <a:path w="21286" h="12617">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4" name="Google Shape;1921;p36"/>
            <p:cNvSpPr/>
            <p:nvPr/>
          </p:nvSpPr>
          <p:spPr>
            <a:xfrm>
              <a:off x="1314360" y="3259800"/>
              <a:ext cx="491400" cy="339120"/>
            </a:xfrm>
            <a:custGeom>
              <a:avLst/>
              <a:gdLst>
                <a:gd name="textAreaLeft" fmla="*/ 0 w 491400"/>
                <a:gd name="textAreaRight" fmla="*/ 491760 w 491400"/>
                <a:gd name="textAreaTop" fmla="*/ 0 h 339120"/>
                <a:gd name="textAreaBottom" fmla="*/ 339480 h 339120"/>
              </a:gdLst>
              <a:ahLst/>
              <a:cxnLst/>
              <a:rect l="textAreaLeft" t="textAreaTop" r="textAreaRight" b="textAreaBottom"/>
              <a:pathLst>
                <a:path w="29710" h="19522">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5" name="Google Shape;1922;p36"/>
            <p:cNvSpPr/>
            <p:nvPr/>
          </p:nvSpPr>
          <p:spPr>
            <a:xfrm>
              <a:off x="2395440" y="4354560"/>
              <a:ext cx="444960" cy="326880"/>
            </a:xfrm>
            <a:custGeom>
              <a:avLst/>
              <a:gdLst>
                <a:gd name="textAreaLeft" fmla="*/ 0 w 444960"/>
                <a:gd name="textAreaRight" fmla="*/ 445320 w 444960"/>
                <a:gd name="textAreaTop" fmla="*/ 0 h 326880"/>
                <a:gd name="textAreaBottom" fmla="*/ 327240 h 326880"/>
              </a:gdLst>
              <a:ahLst/>
              <a:cxnLst/>
              <a:rect l="textAreaLeft" t="textAreaTop" r="textAreaRight" b="textAreaBottom"/>
              <a:pathLst>
                <a:path w="26902" h="18817">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96" name="Google Shape;1923;p36"/>
            <p:cNvSpPr/>
            <p:nvPr/>
          </p:nvSpPr>
          <p:spPr>
            <a:xfrm>
              <a:off x="2390040" y="4349160"/>
              <a:ext cx="446040" cy="337680"/>
            </a:xfrm>
            <a:custGeom>
              <a:avLst/>
              <a:gdLst>
                <a:gd name="textAreaLeft" fmla="*/ 0 w 446040"/>
                <a:gd name="textAreaRight" fmla="*/ 446400 w 446040"/>
                <a:gd name="textAreaTop" fmla="*/ 0 h 337680"/>
                <a:gd name="textAreaBottom" fmla="*/ 338040 h 337680"/>
              </a:gdLst>
              <a:ahLst/>
              <a:cxnLst/>
              <a:rect l="textAreaLeft" t="textAreaTop" r="textAreaRight" b="textAreaBottom"/>
              <a:pathLst>
                <a:path w="26983" h="19454">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7" name="Google Shape;1924;p36"/>
            <p:cNvSpPr/>
            <p:nvPr/>
          </p:nvSpPr>
          <p:spPr>
            <a:xfrm>
              <a:off x="2625480" y="4393080"/>
              <a:ext cx="140400" cy="70560"/>
            </a:xfrm>
            <a:custGeom>
              <a:avLst/>
              <a:gdLst>
                <a:gd name="textAreaLeft" fmla="*/ 0 w 140400"/>
                <a:gd name="textAreaRight" fmla="*/ 140760 w 140400"/>
                <a:gd name="textAreaTop" fmla="*/ 0 h 70560"/>
                <a:gd name="textAreaBottom" fmla="*/ 70920 h 70560"/>
              </a:gdLst>
              <a:ahLst/>
              <a:cxnLst/>
              <a:rect l="textAreaLeft" t="textAreaTop" r="textAreaRight" b="textAreaBottom"/>
              <a:pathLst>
                <a:path w="8507" h="4071">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rgbClr val="494949"/>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8" name="Google Shape;1925;p36"/>
            <p:cNvSpPr/>
            <p:nvPr/>
          </p:nvSpPr>
          <p:spPr>
            <a:xfrm>
              <a:off x="2558160" y="4397400"/>
              <a:ext cx="51480" cy="38520"/>
            </a:xfrm>
            <a:custGeom>
              <a:avLst/>
              <a:gdLst>
                <a:gd name="textAreaLeft" fmla="*/ 0 w 51480"/>
                <a:gd name="textAreaRight" fmla="*/ 51840 w 51480"/>
                <a:gd name="textAreaTop" fmla="*/ 0 h 38520"/>
                <a:gd name="textAreaBottom" fmla="*/ 38880 h 38520"/>
              </a:gdLst>
              <a:ahLst/>
              <a:cxnLst/>
              <a:rect l="textAreaLeft" t="textAreaTop" r="textAreaRight" b="textAreaBottom"/>
              <a:pathLst>
                <a:path w="3134" h="224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rgbClr val="494949"/>
            </a:solidFill>
            <a:ln w="0">
              <a:noFill/>
            </a:ln>
          </p:spPr>
          <p:style>
            <a:lnRef idx="0"/>
            <a:fillRef idx="0"/>
            <a:effectRef idx="0"/>
            <a:fontRef idx="minor"/>
          </p:style>
          <p:txBody>
            <a:bodyPr tIns="19440" bIns="19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99" name="Google Shape;1926;p36"/>
            <p:cNvSpPr/>
            <p:nvPr/>
          </p:nvSpPr>
          <p:spPr>
            <a:xfrm>
              <a:off x="1913040" y="4345920"/>
              <a:ext cx="390600" cy="248400"/>
            </a:xfrm>
            <a:custGeom>
              <a:avLst/>
              <a:gdLst>
                <a:gd name="textAreaLeft" fmla="*/ 0 w 390600"/>
                <a:gd name="textAreaRight" fmla="*/ 390960 w 390600"/>
                <a:gd name="textAreaTop" fmla="*/ 0 h 248400"/>
                <a:gd name="textAreaBottom" fmla="*/ 248760 h 248400"/>
              </a:gdLst>
              <a:ahLst/>
              <a:cxnLst/>
              <a:rect l="textAreaLeft" t="textAreaTop" r="textAreaRight" b="textAreaBottom"/>
              <a:pathLst>
                <a:path w="23625" h="1431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0" name="Google Shape;1927;p36"/>
            <p:cNvSpPr/>
            <p:nvPr/>
          </p:nvSpPr>
          <p:spPr>
            <a:xfrm>
              <a:off x="1915920" y="4340160"/>
              <a:ext cx="383400" cy="259920"/>
            </a:xfrm>
            <a:custGeom>
              <a:avLst/>
              <a:gdLst>
                <a:gd name="textAreaLeft" fmla="*/ 0 w 383400"/>
                <a:gd name="textAreaRight" fmla="*/ 383760 w 383400"/>
                <a:gd name="textAreaTop" fmla="*/ 0 h 259920"/>
                <a:gd name="textAreaBottom" fmla="*/ 260280 h 259920"/>
              </a:gdLst>
              <a:ahLst/>
              <a:cxnLst/>
              <a:rect l="textAreaLeft" t="textAreaTop" r="textAreaRight" b="textAreaBottom"/>
              <a:pathLst>
                <a:path w="23198" h="14977">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1" name="Google Shape;1928;p36"/>
            <p:cNvSpPr/>
            <p:nvPr/>
          </p:nvSpPr>
          <p:spPr>
            <a:xfrm>
              <a:off x="2120040" y="4376880"/>
              <a:ext cx="73080" cy="47880"/>
            </a:xfrm>
            <a:custGeom>
              <a:avLst/>
              <a:gdLst>
                <a:gd name="textAreaLeft" fmla="*/ 0 w 73080"/>
                <a:gd name="textAreaRight" fmla="*/ 73440 w 73080"/>
                <a:gd name="textAreaTop" fmla="*/ 0 h 47880"/>
                <a:gd name="textAreaBottom" fmla="*/ 48240 h 47880"/>
              </a:gdLst>
              <a:ahLst/>
              <a:cxnLst/>
              <a:rect l="textAreaLeft" t="textAreaTop" r="textAreaRight" b="textAreaBottom"/>
              <a:pathLst>
                <a:path w="4437" h="2769">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rgbClr val="494949"/>
            </a:solidFill>
            <a:ln w="0">
              <a:noFill/>
            </a:ln>
          </p:spPr>
          <p:style>
            <a:lnRef idx="0"/>
            <a:fillRef idx="0"/>
            <a:effectRef idx="0"/>
            <a:fontRef idx="minor"/>
          </p:style>
          <p:txBody>
            <a:bodyPr tIns="24120" bIns="241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2" name="Google Shape;1929;p36"/>
            <p:cNvSpPr/>
            <p:nvPr/>
          </p:nvSpPr>
          <p:spPr>
            <a:xfrm>
              <a:off x="2065320" y="4358520"/>
              <a:ext cx="56160" cy="43200"/>
            </a:xfrm>
            <a:custGeom>
              <a:avLst/>
              <a:gdLst>
                <a:gd name="textAreaLeft" fmla="*/ 0 w 56160"/>
                <a:gd name="textAreaRight" fmla="*/ 56520 w 56160"/>
                <a:gd name="textAreaTop" fmla="*/ 0 h 43200"/>
                <a:gd name="textAreaBottom" fmla="*/ 43560 h 43200"/>
              </a:gdLst>
              <a:ahLst/>
              <a:cxnLst/>
              <a:rect l="textAreaLeft" t="textAreaTop" r="textAreaRight" b="textAreaBottom"/>
              <a:pathLst>
                <a:path w="3420" h="2504">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rgbClr val="494949"/>
            </a:solidFill>
            <a:ln w="0">
              <a:noFill/>
            </a:ln>
          </p:spPr>
          <p:style>
            <a:lnRef idx="0"/>
            <a:fillRef idx="0"/>
            <a:effectRef idx="0"/>
            <a:fontRef idx="minor"/>
          </p:style>
          <p:txBody>
            <a:bodyPr tIns="21600" bIns="216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3" name="Google Shape;1930;p36"/>
            <p:cNvSpPr/>
            <p:nvPr/>
          </p:nvSpPr>
          <p:spPr>
            <a:xfrm>
              <a:off x="1517760" y="3611520"/>
              <a:ext cx="1005120" cy="1428120"/>
            </a:xfrm>
            <a:custGeom>
              <a:avLst/>
              <a:gdLst>
                <a:gd name="textAreaLeft" fmla="*/ 0 w 1005120"/>
                <a:gd name="textAreaRight" fmla="*/ 1005480 w 1005120"/>
                <a:gd name="textAreaTop" fmla="*/ 0 h 1428120"/>
                <a:gd name="textAreaBottom" fmla="*/ 1428480 h 1428120"/>
              </a:gdLst>
              <a:ahLst/>
              <a:cxnLst/>
              <a:rect l="textAreaLeft" t="textAreaTop" r="textAreaRight" b="textAreaBottom"/>
              <a:pathLst>
                <a:path w="60761" h="82176">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4" name="Google Shape;1931;p36"/>
            <p:cNvSpPr/>
            <p:nvPr/>
          </p:nvSpPr>
          <p:spPr>
            <a:xfrm>
              <a:off x="1530000" y="3647520"/>
              <a:ext cx="986400" cy="1392120"/>
            </a:xfrm>
            <a:custGeom>
              <a:avLst/>
              <a:gdLst>
                <a:gd name="textAreaLeft" fmla="*/ 0 w 986400"/>
                <a:gd name="textAreaRight" fmla="*/ 986760 w 986400"/>
                <a:gd name="textAreaTop" fmla="*/ 0 h 1392120"/>
                <a:gd name="textAreaBottom" fmla="*/ 1392480 h 1392120"/>
              </a:gdLst>
              <a:ahLst/>
              <a:cxnLst/>
              <a:rect l="textAreaLeft" t="textAreaTop" r="textAreaRight" b="textAreaBottom"/>
              <a:pathLst>
                <a:path w="59622" h="80093">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a:solidFill>
                <a:srgbClr val="477797"/>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5" name="Google Shape;1932;p36"/>
            <p:cNvSpPr/>
            <p:nvPr/>
          </p:nvSpPr>
          <p:spPr>
            <a:xfrm>
              <a:off x="1524600" y="3605400"/>
              <a:ext cx="994320" cy="1440360"/>
            </a:xfrm>
            <a:custGeom>
              <a:avLst/>
              <a:gdLst>
                <a:gd name="textAreaLeft" fmla="*/ 0 w 994320"/>
                <a:gd name="textAreaRight" fmla="*/ 994680 w 994320"/>
                <a:gd name="textAreaTop" fmla="*/ 0 h 1440360"/>
                <a:gd name="textAreaBottom" fmla="*/ 1440720 h 1440360"/>
              </a:gdLst>
              <a:ahLst/>
              <a:cxnLst/>
              <a:rect l="textAreaLeft" t="textAreaTop" r="textAreaRight" b="textAreaBottom"/>
              <a:pathLst>
                <a:path w="60110" h="82881">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6" name="Google Shape;1933;p36"/>
            <p:cNvSpPr/>
            <p:nvPr/>
          </p:nvSpPr>
          <p:spPr>
            <a:xfrm>
              <a:off x="2356920" y="4566240"/>
              <a:ext cx="115560" cy="162000"/>
            </a:xfrm>
            <a:custGeom>
              <a:avLst/>
              <a:gdLst>
                <a:gd name="textAreaLeft" fmla="*/ 0 w 115560"/>
                <a:gd name="textAreaRight" fmla="*/ 115920 w 115560"/>
                <a:gd name="textAreaTop" fmla="*/ 0 h 162000"/>
                <a:gd name="textAreaBottom" fmla="*/ 162360 h 162000"/>
              </a:gdLst>
              <a:ahLst/>
              <a:cxnLst/>
              <a:rect l="textAreaLeft" t="textAreaTop" r="textAreaRight" b="textAreaBottom"/>
              <a:pathLst>
                <a:path w="7001" h="9329">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w="0">
              <a:noFill/>
            </a:ln>
          </p:spPr>
          <p:style>
            <a:lnRef idx="0"/>
            <a:fillRef idx="0"/>
            <a:effectRef idx="0"/>
            <a:fontRef idx="minor"/>
          </p:style>
          <p:txBody>
            <a:bodyPr tIns="81000" bIns="810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7" name="Google Shape;1934;p36"/>
            <p:cNvSpPr/>
            <p:nvPr/>
          </p:nvSpPr>
          <p:spPr>
            <a:xfrm>
              <a:off x="485640" y="3294000"/>
              <a:ext cx="868320" cy="1842120"/>
            </a:xfrm>
            <a:custGeom>
              <a:avLst/>
              <a:gdLst>
                <a:gd name="textAreaLeft" fmla="*/ 0 w 868320"/>
                <a:gd name="textAreaRight" fmla="*/ 868680 w 868320"/>
                <a:gd name="textAreaTop" fmla="*/ 0 h 1842120"/>
                <a:gd name="textAreaBottom" fmla="*/ 1842480 h 1842120"/>
              </a:gdLst>
              <a:ahLst/>
              <a:cxnLst/>
              <a:rect l="textAreaLeft" t="textAreaTop" r="textAreaRight" b="textAreaBottom"/>
              <a:pathLst>
                <a:path w="52500" h="105991">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08" name="Google Shape;1935;p36"/>
            <p:cNvSpPr/>
            <p:nvPr/>
          </p:nvSpPr>
          <p:spPr>
            <a:xfrm>
              <a:off x="479520" y="3288600"/>
              <a:ext cx="880560" cy="1854000"/>
            </a:xfrm>
            <a:custGeom>
              <a:avLst/>
              <a:gdLst>
                <a:gd name="textAreaLeft" fmla="*/ 0 w 880560"/>
                <a:gd name="textAreaRight" fmla="*/ 880920 w 880560"/>
                <a:gd name="textAreaTop" fmla="*/ 0 h 1854000"/>
                <a:gd name="textAreaBottom" fmla="*/ 1854360 h 1854000"/>
              </a:gdLst>
              <a:ahLst/>
              <a:cxnLst/>
              <a:rect l="textAreaLeft" t="textAreaTop" r="textAreaRight" b="textAreaBottom"/>
              <a:pathLst>
                <a:path w="53232" h="106668">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09" name="Google Shape;1936;p36"/>
            <p:cNvSpPr/>
            <p:nvPr/>
          </p:nvSpPr>
          <p:spPr>
            <a:xfrm>
              <a:off x="154080" y="3270600"/>
              <a:ext cx="1149840" cy="1865880"/>
            </a:xfrm>
            <a:custGeom>
              <a:avLst/>
              <a:gdLst>
                <a:gd name="textAreaLeft" fmla="*/ 0 w 1149840"/>
                <a:gd name="textAreaRight" fmla="*/ 1150200 w 1149840"/>
                <a:gd name="textAreaTop" fmla="*/ 0 h 1865880"/>
                <a:gd name="textAreaBottom" fmla="*/ 1866240 h 1865880"/>
              </a:gdLst>
              <a:ahLst/>
              <a:cxnLst/>
              <a:rect l="textAreaLeft" t="textAreaTop" r="textAreaRight" b="textAreaBottom"/>
              <a:pathLst>
                <a:path w="69512" h="107351">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0" name="Google Shape;1937;p36"/>
            <p:cNvSpPr/>
            <p:nvPr/>
          </p:nvSpPr>
          <p:spPr>
            <a:xfrm>
              <a:off x="150840" y="3264840"/>
              <a:ext cx="1158480" cy="1878120"/>
            </a:xfrm>
            <a:custGeom>
              <a:avLst/>
              <a:gdLst>
                <a:gd name="textAreaLeft" fmla="*/ 0 w 1158480"/>
                <a:gd name="textAreaRight" fmla="*/ 1158840 w 1158480"/>
                <a:gd name="textAreaTop" fmla="*/ 0 h 1878120"/>
                <a:gd name="textAreaBottom" fmla="*/ 1878480 h 1878120"/>
              </a:gdLst>
              <a:ahLst/>
              <a:cxnLst/>
              <a:rect l="textAreaLeft" t="textAreaTop" r="textAreaRight" b="textAreaBottom"/>
              <a:pathLst>
                <a:path w="70040" h="108052">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rgbClr val="494949"/>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11" name="Google Shape;1938;p36"/>
            <p:cNvSpPr/>
            <p:nvPr/>
          </p:nvSpPr>
          <p:spPr>
            <a:xfrm>
              <a:off x="519120" y="5136840"/>
              <a:ext cx="4047120" cy="360"/>
            </a:xfrm>
            <a:custGeom>
              <a:avLst/>
              <a:gdLst>
                <a:gd name="textAreaLeft" fmla="*/ 0 w 4047120"/>
                <a:gd name="textAreaRight" fmla="*/ 4047480 w 4047120"/>
                <a:gd name="textAreaTop" fmla="*/ 0 h 360"/>
                <a:gd name="textAreaBottom" fmla="*/ 720 h 360"/>
              </a:gdLst>
              <a:ahLst/>
              <a:cxnLst/>
              <a:rect l="textAreaLeft" t="textAreaTop" r="textAreaRight" b="textAreaBottom"/>
              <a:pathLst>
                <a:path w="244590" h="1">
                  <a:moveTo>
                    <a:pt x="0" y="0"/>
                  </a:moveTo>
                  <a:lnTo>
                    <a:pt x="244590" y="0"/>
                  </a:lnTo>
                </a:path>
              </a:pathLst>
            </a:custGeom>
            <a:solidFill>
              <a:srgbClr val="ffffff"/>
            </a:solidFill>
            <a:ln w="0">
              <a:noFill/>
            </a:ln>
          </p:spPr>
          <p:style>
            <a:lnRef idx="0"/>
            <a:fillRef idx="0"/>
            <a:effectRef idx="0"/>
            <a:fontRef idx="minor"/>
          </p:style>
          <p:txBody>
            <a:bodyPr tIns="360" bIns="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2" name="Google Shape;1939;p36"/>
            <p:cNvSpPr/>
            <p:nvPr/>
          </p:nvSpPr>
          <p:spPr>
            <a:xfrm>
              <a:off x="513000" y="5131080"/>
              <a:ext cx="4058280" cy="11520"/>
            </a:xfrm>
            <a:custGeom>
              <a:avLst/>
              <a:gdLst>
                <a:gd name="textAreaLeft" fmla="*/ 0 w 4058280"/>
                <a:gd name="textAreaRight" fmla="*/ 4058640 w 4058280"/>
                <a:gd name="textAreaTop" fmla="*/ 0 h 11520"/>
                <a:gd name="textAreaBottom" fmla="*/ 11880 h 11520"/>
              </a:gdLst>
              <a:ahLst/>
              <a:cxnLst/>
              <a:rect l="textAreaLeft" t="textAreaTop" r="textAreaRight" b="textAreaBottom"/>
              <a:pathLst>
                <a:path w="245282" h="693">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w="0">
              <a:noFill/>
            </a:ln>
          </p:spPr>
          <p:style>
            <a:lnRef idx="0"/>
            <a:fillRef idx="0"/>
            <a:effectRef idx="0"/>
            <a:fontRef idx="minor"/>
          </p:style>
          <p:txBody>
            <a:bodyPr tIns="5760" bIns="5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13" name=""/>
          <p:cNvSpPr/>
          <p:nvPr/>
        </p:nvSpPr>
        <p:spPr>
          <a:xfrm>
            <a:off x="4572000" y="1847880"/>
            <a:ext cx="4086000" cy="561600"/>
          </a:xfrm>
          <a:prstGeom prst="rect">
            <a:avLst/>
          </a:prstGeom>
          <a:noFill/>
          <a:ln w="0">
            <a:noFill/>
          </a:ln>
        </p:spPr>
        <p:style>
          <a:lnRef idx="0"/>
          <a:fillRef idx="0"/>
          <a:effectRef idx="0"/>
          <a:fontRef idx="minor"/>
        </p:style>
        <p:txBody>
          <a:bodyPr anchor="b">
            <a:normAutofit fontScale="85000" lnSpcReduction="19999"/>
          </a:bodyPr>
          <a:p>
            <a:pPr algn="r" defTabSz="914400">
              <a:lnSpc>
                <a:spcPct val="100000"/>
              </a:lnSpc>
              <a:tabLst>
                <a:tab algn="l" pos="0"/>
              </a:tabLst>
            </a:pPr>
            <a:r>
              <a:rPr b="0" lang="en-US" sz="4400" strike="noStrike" u="none">
                <a:solidFill>
                  <a:srgbClr val="494949"/>
                </a:solidFill>
                <a:effectLst/>
                <a:uFillTx/>
                <a:latin typeface="Fjalla One"/>
              </a:rPr>
              <a:t>ChakraView</a:t>
            </a:r>
            <a:endParaRPr b="0" lang="en-US" sz="4400" strike="noStrike" u="none">
              <a:solidFill>
                <a:srgbClr val="000000"/>
              </a:solidFill>
              <a:effectLst/>
              <a:uFillTx/>
              <a:latin typeface="OpenSymbol"/>
            </a:endParaRPr>
          </a:p>
        </p:txBody>
      </p:sp>
      <p:sp>
        <p:nvSpPr>
          <p:cNvPr id="414" name=""/>
          <p:cNvSpPr/>
          <p:nvPr/>
        </p:nvSpPr>
        <p:spPr>
          <a:xfrm>
            <a:off x="4572000" y="3571920"/>
            <a:ext cx="4086000" cy="837720"/>
          </a:xfrm>
          <a:prstGeom prst="rect">
            <a:avLst/>
          </a:prstGeom>
          <a:noFill/>
          <a:ln w="0">
            <a:noFill/>
          </a:ln>
        </p:spPr>
        <p:style>
          <a:lnRef idx="0"/>
          <a:fillRef idx="0"/>
          <a:effectRef idx="0"/>
          <a:fontRef idx="minor"/>
        </p:style>
        <p:txBody>
          <a:bodyPr anchor="t">
            <a:normAutofit/>
          </a:bodyPr>
          <a:p>
            <a:pPr algn="r" defTabSz="914400">
              <a:lnSpc>
                <a:spcPct val="150000"/>
              </a:lnSpc>
              <a:tabLst>
                <a:tab algn="l" pos="0"/>
              </a:tabLst>
            </a:pPr>
            <a:r>
              <a:rPr b="0" lang="en-US" sz="1800" strike="noStrike" u="none">
                <a:solidFill>
                  <a:srgbClr val="77c6fc"/>
                </a:solidFill>
                <a:effectLst/>
                <a:uFillTx/>
                <a:latin typeface="Barlow Semi Condensed Medium"/>
              </a:rPr>
              <a:t>Graph-Based Cyber Fraud Network Analyzer</a:t>
            </a:r>
            <a:endParaRPr b="0" lang="en-US" sz="18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15" name="Google Shape;2218;p40"/>
          <p:cNvGrpSpPr/>
          <p:nvPr/>
        </p:nvGrpSpPr>
        <p:grpSpPr>
          <a:xfrm>
            <a:off x="3732480" y="527040"/>
            <a:ext cx="1678680" cy="1678680"/>
            <a:chOff x="3732480" y="527040"/>
            <a:chExt cx="1678680" cy="1678680"/>
          </a:xfrm>
        </p:grpSpPr>
        <p:sp>
          <p:nvSpPr>
            <p:cNvPr id="416"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17"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18" name="Google Shape;2221;p40"/>
          <p:cNvGrpSpPr/>
          <p:nvPr/>
        </p:nvGrpSpPr>
        <p:grpSpPr>
          <a:xfrm>
            <a:off x="4276440" y="1071000"/>
            <a:ext cx="591120" cy="590400"/>
            <a:chOff x="4276440" y="1071000"/>
            <a:chExt cx="591120" cy="590400"/>
          </a:xfrm>
        </p:grpSpPr>
        <p:sp>
          <p:nvSpPr>
            <p:cNvPr id="419"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0"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1"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2"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3"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4"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5"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6"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7"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28"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29"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Fragmented Forensics</a:t>
            </a:r>
            <a:endParaRPr b="0" lang="en-US" sz="2800" strike="noStrike" u="none">
              <a:solidFill>
                <a:srgbClr val="000000"/>
              </a:solidFill>
              <a:effectLst/>
              <a:uFillTx/>
              <a:latin typeface="OpenSymbol"/>
            </a:endParaRPr>
          </a:p>
        </p:txBody>
      </p:sp>
      <p:sp>
        <p:nvSpPr>
          <p:cNvPr id="430" name=""/>
          <p:cNvSpPr/>
          <p:nvPr/>
        </p:nvSpPr>
        <p:spPr>
          <a:xfrm>
            <a:off x="1790640" y="3057480"/>
            <a:ext cx="5552640" cy="198072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600" strike="noStrike" u="none">
                <a:solidFill>
                  <a:srgbClr val="494949"/>
                </a:solidFill>
                <a:effectLst/>
                <a:uFillTx/>
                <a:latin typeface="Barlow Semi Condensed"/>
              </a:rPr>
              <a:t>Investigators rely on disconnected Excel sheets of bank transactions, telecom CDRs, and device IMEI logs. Fragmented data and manual workflows let fraud rings layer mule accounts and execute rapid UPI cash-outs that outrun cross-checks. When signals disperse across systems, rings vanish before investigators can act.</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1" name=""/>
          <p:cNvSpPr/>
          <p:nvPr/>
        </p:nvSpPr>
        <p:spPr>
          <a:xfrm>
            <a:off x="4952880" y="343080"/>
            <a:ext cx="3714480" cy="205704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32" name=""/>
          <p:cNvSpPr/>
          <p:nvPr/>
        </p:nvSpPr>
        <p:spPr>
          <a:xfrm>
            <a:off x="4952880" y="2610000"/>
            <a:ext cx="3714480" cy="205704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33" name=""/>
          <p:cNvSpPr/>
          <p:nvPr/>
        </p:nvSpPr>
        <p:spPr>
          <a:xfrm>
            <a:off x="476280" y="380880"/>
            <a:ext cx="3619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494949"/>
                </a:solidFill>
                <a:effectLst/>
                <a:uFillTx/>
                <a:latin typeface="Fjalla One"/>
              </a:rPr>
              <a:t>Triage Time Saved</a:t>
            </a:r>
            <a:endParaRPr b="0" lang="en-US" sz="2400" strike="noStrike" u="none">
              <a:solidFill>
                <a:srgbClr val="000000"/>
              </a:solidFill>
              <a:effectLst/>
              <a:uFillTx/>
              <a:latin typeface="OpenSymbol"/>
            </a:endParaRPr>
          </a:p>
        </p:txBody>
      </p:sp>
      <p:sp>
        <p:nvSpPr>
          <p:cNvPr id="434" name=""/>
          <p:cNvSpPr/>
          <p:nvPr/>
        </p:nvSpPr>
        <p:spPr>
          <a:xfrm>
            <a:off x="476280" y="3429000"/>
            <a:ext cx="3619080" cy="790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494949"/>
                </a:solidFill>
                <a:effectLst/>
                <a:uFillTx/>
                <a:latin typeface="Barlow Semi Condensed"/>
              </a:rPr>
              <a:t>Automated graph triage reduces weeks of manual effort to seconds for initial suspect isolation.</a:t>
            </a:r>
            <a:endParaRPr b="0" lang="en-US" sz="1400" strike="noStrike" u="none">
              <a:solidFill>
                <a:srgbClr val="000000"/>
              </a:solidFill>
              <a:effectLst/>
              <a:uFillTx/>
              <a:latin typeface="OpenSymbol"/>
            </a:endParaRPr>
          </a:p>
        </p:txBody>
      </p:sp>
      <p:sp>
        <p:nvSpPr>
          <p:cNvPr id="435" name=""/>
          <p:cNvSpPr/>
          <p:nvPr/>
        </p:nvSpPr>
        <p:spPr>
          <a:xfrm>
            <a:off x="5219640" y="609480"/>
            <a:ext cx="318096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600" strike="noStrike" u="none">
                <a:solidFill>
                  <a:srgbClr val="494949"/>
                </a:solidFill>
                <a:effectLst/>
                <a:uFillTx/>
                <a:latin typeface="Fjalla One"/>
              </a:rPr>
              <a:t>21d</a:t>
            </a:r>
            <a:endParaRPr b="0" lang="en-US" sz="3600" strike="noStrike" u="none">
              <a:solidFill>
                <a:srgbClr val="000000"/>
              </a:solidFill>
              <a:effectLst/>
              <a:uFillTx/>
              <a:latin typeface="OpenSymbol"/>
            </a:endParaRPr>
          </a:p>
        </p:txBody>
      </p:sp>
      <p:sp>
        <p:nvSpPr>
          <p:cNvPr id="436" name=""/>
          <p:cNvSpPr/>
          <p:nvPr/>
        </p:nvSpPr>
        <p:spPr>
          <a:xfrm>
            <a:off x="5219640" y="1219320"/>
            <a:ext cx="318096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Manual correlation per case baseline (≈3 weeks)</a:t>
            </a:r>
            <a:endParaRPr b="0" lang="en-US" sz="1200" strike="noStrike" u="none">
              <a:solidFill>
                <a:srgbClr val="000000"/>
              </a:solidFill>
              <a:effectLst/>
              <a:uFillTx/>
              <a:latin typeface="OpenSymbol"/>
            </a:endParaRPr>
          </a:p>
        </p:txBody>
      </p:sp>
      <p:sp>
        <p:nvSpPr>
          <p:cNvPr id="437" name=""/>
          <p:cNvSpPr/>
          <p:nvPr/>
        </p:nvSpPr>
        <p:spPr>
          <a:xfrm>
            <a:off x="5219640" y="2876400"/>
            <a:ext cx="318096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600" strike="noStrike" u="none">
                <a:solidFill>
                  <a:srgbClr val="494949"/>
                </a:solidFill>
                <a:effectLst/>
                <a:uFillTx/>
                <a:latin typeface="Fjalla One"/>
              </a:rPr>
              <a:t>3s</a:t>
            </a:r>
            <a:endParaRPr b="0" lang="en-US" sz="3600" strike="noStrike" u="none">
              <a:solidFill>
                <a:srgbClr val="000000"/>
              </a:solidFill>
              <a:effectLst/>
              <a:uFillTx/>
              <a:latin typeface="OpenSymbol"/>
            </a:endParaRPr>
          </a:p>
        </p:txBody>
      </p:sp>
      <p:sp>
        <p:nvSpPr>
          <p:cNvPr id="438" name=""/>
          <p:cNvSpPr/>
          <p:nvPr/>
        </p:nvSpPr>
        <p:spPr>
          <a:xfrm>
            <a:off x="5219640" y="3486240"/>
            <a:ext cx="318096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Initial suspect isolation with ChakraView (visual triage)</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39" name="Google Shape;2218;p40"/>
          <p:cNvGrpSpPr/>
          <p:nvPr/>
        </p:nvGrpSpPr>
        <p:grpSpPr>
          <a:xfrm>
            <a:off x="3732480" y="527040"/>
            <a:ext cx="1678680" cy="1678680"/>
            <a:chOff x="3732480" y="527040"/>
            <a:chExt cx="1678680" cy="1678680"/>
          </a:xfrm>
        </p:grpSpPr>
        <p:sp>
          <p:nvSpPr>
            <p:cNvPr id="440"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41"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42" name="Google Shape;2221;p40"/>
          <p:cNvGrpSpPr/>
          <p:nvPr/>
        </p:nvGrpSpPr>
        <p:grpSpPr>
          <a:xfrm>
            <a:off x="4276440" y="1071000"/>
            <a:ext cx="591120" cy="590400"/>
            <a:chOff x="4276440" y="1071000"/>
            <a:chExt cx="591120" cy="590400"/>
          </a:xfrm>
        </p:grpSpPr>
        <p:sp>
          <p:nvSpPr>
            <p:cNvPr id="443"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4"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5"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6"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7"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8"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49"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0"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1"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52"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53"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Legal Graph Engine</a:t>
            </a:r>
            <a:endParaRPr b="0" lang="en-US" sz="2800" strike="noStrike" u="none">
              <a:solidFill>
                <a:srgbClr val="000000"/>
              </a:solidFill>
              <a:effectLst/>
              <a:uFillTx/>
              <a:latin typeface="OpenSymbol"/>
            </a:endParaRPr>
          </a:p>
        </p:txBody>
      </p:sp>
      <p:sp>
        <p:nvSpPr>
          <p:cNvPr id="454" name=""/>
          <p:cNvSpPr/>
          <p:nvPr/>
        </p:nvSpPr>
        <p:spPr>
          <a:xfrm>
            <a:off x="1790640" y="3057480"/>
            <a:ext cx="5552640" cy="228564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600" strike="noStrike" u="none">
                <a:solidFill>
                  <a:srgbClr val="494949"/>
                </a:solidFill>
                <a:effectLst/>
                <a:uFillTx/>
                <a:latin typeface="Barlow Semi Condensed"/>
              </a:rPr>
              <a:t>ChakraView ingests raw forensic logs and renders an interactive multi-layer relationship graph for immediate legal automation. A production-grade frontend (React + TypeScript + Tailwind) normalizes messy CSVs, CDRs, and IMEI feeds into coherent links. It maps Financial UPI IDs, SIM cards, and Device IMEIs across layers, with one-click case brief exports for rapid reporting.</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5" name=""/>
          <p:cNvSpPr/>
          <p:nvPr/>
        </p:nvSpPr>
        <p:spPr>
          <a:xfrm>
            <a:off x="47628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56" name=""/>
          <p:cNvSpPr/>
          <p:nvPr/>
        </p:nvSpPr>
        <p:spPr>
          <a:xfrm>
            <a:off x="252396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57" name=""/>
          <p:cNvSpPr/>
          <p:nvPr/>
        </p:nvSpPr>
        <p:spPr>
          <a:xfrm>
            <a:off x="457200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58" name=""/>
          <p:cNvSpPr/>
          <p:nvPr/>
        </p:nvSpPr>
        <p:spPr>
          <a:xfrm>
            <a:off x="6620040" y="1866960"/>
            <a:ext cx="1914120" cy="2800080"/>
          </a:xfrm>
          <a:prstGeom prst="roundRect">
            <a:avLst>
              <a:gd name="adj" fmla="val 16667"/>
            </a:avLst>
          </a:prstGeom>
          <a:solidFill>
            <a:srgbClr val="77c6fc"/>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000000"/>
              </a:solidFill>
              <a:effectLst/>
              <a:uFillTx/>
              <a:latin typeface="OpenSymbol"/>
            </a:endParaRPr>
          </a:p>
        </p:txBody>
      </p:sp>
      <p:sp>
        <p:nvSpPr>
          <p:cNvPr id="459"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0" lang="en-US" sz="2600" strike="noStrike" u="none">
                <a:solidFill>
                  <a:srgbClr val="494949"/>
                </a:solidFill>
                <a:effectLst/>
                <a:uFillTx/>
                <a:latin typeface="Fjalla One"/>
              </a:rPr>
              <a:t>Tech Pipeline</a:t>
            </a:r>
            <a:endParaRPr b="0" lang="en-US" sz="2600" strike="noStrike" u="none">
              <a:solidFill>
                <a:srgbClr val="000000"/>
              </a:solidFill>
              <a:effectLst/>
              <a:uFillTx/>
              <a:latin typeface="OpenSymbol"/>
            </a:endParaRPr>
          </a:p>
        </p:txBody>
      </p:sp>
      <p:sp>
        <p:nvSpPr>
          <p:cNvPr id="460" name=""/>
          <p:cNvSpPr/>
          <p:nvPr/>
        </p:nvSpPr>
        <p:spPr>
          <a:xfrm>
            <a:off x="47628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01</a:t>
            </a:r>
            <a:endParaRPr b="0" lang="en-US" sz="2400" strike="noStrike" u="none">
              <a:solidFill>
                <a:srgbClr val="000000"/>
              </a:solidFill>
              <a:effectLst/>
              <a:uFillTx/>
              <a:latin typeface="OpenSymbol"/>
            </a:endParaRPr>
          </a:p>
        </p:txBody>
      </p:sp>
      <p:sp>
        <p:nvSpPr>
          <p:cNvPr id="461" name=""/>
          <p:cNvSpPr/>
          <p:nvPr/>
        </p:nvSpPr>
        <p:spPr>
          <a:xfrm>
            <a:off x="666720" y="213372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Ingest &amp; Normalize</a:t>
            </a:r>
            <a:endParaRPr b="0" lang="en-US" sz="1800" strike="noStrike" u="none">
              <a:solidFill>
                <a:srgbClr val="000000"/>
              </a:solidFill>
              <a:effectLst/>
              <a:uFillTx/>
              <a:latin typeface="OpenSymbol"/>
            </a:endParaRPr>
          </a:p>
        </p:txBody>
      </p:sp>
      <p:sp>
        <p:nvSpPr>
          <p:cNvPr id="462" name=""/>
          <p:cNvSpPr/>
          <p:nvPr/>
        </p:nvSpPr>
        <p:spPr>
          <a:xfrm>
            <a:off x="666720" y="2666880"/>
            <a:ext cx="1533240" cy="1247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Robust parsers convert CSV/JSON CDRs, bank exports, and IMEI logs into canonical link tables.</a:t>
            </a:r>
            <a:endParaRPr b="0" lang="en-US" sz="1200" strike="noStrike" u="none">
              <a:solidFill>
                <a:srgbClr val="000000"/>
              </a:solidFill>
              <a:effectLst/>
              <a:uFillTx/>
              <a:latin typeface="OpenSymbol"/>
            </a:endParaRPr>
          </a:p>
        </p:txBody>
      </p:sp>
      <p:sp>
        <p:nvSpPr>
          <p:cNvPr id="463" name=""/>
          <p:cNvSpPr/>
          <p:nvPr/>
        </p:nvSpPr>
        <p:spPr>
          <a:xfrm>
            <a:off x="252396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02</a:t>
            </a:r>
            <a:endParaRPr b="0" lang="en-US" sz="2400" strike="noStrike" u="none">
              <a:solidFill>
                <a:srgbClr val="000000"/>
              </a:solidFill>
              <a:effectLst/>
              <a:uFillTx/>
              <a:latin typeface="OpenSymbol"/>
            </a:endParaRPr>
          </a:p>
        </p:txBody>
      </p:sp>
      <p:sp>
        <p:nvSpPr>
          <p:cNvPr id="464" name=""/>
          <p:cNvSpPr/>
          <p:nvPr/>
        </p:nvSpPr>
        <p:spPr>
          <a:xfrm>
            <a:off x="271476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Store &amp; Index</a:t>
            </a:r>
            <a:endParaRPr b="0" lang="en-US" sz="1800" strike="noStrike" u="none">
              <a:solidFill>
                <a:srgbClr val="000000"/>
              </a:solidFill>
              <a:effectLst/>
              <a:uFillTx/>
              <a:latin typeface="OpenSymbol"/>
            </a:endParaRPr>
          </a:p>
        </p:txBody>
      </p:sp>
      <p:sp>
        <p:nvSpPr>
          <p:cNvPr id="465" name=""/>
          <p:cNvSpPr/>
          <p:nvPr/>
        </p:nvSpPr>
        <p:spPr>
          <a:xfrm>
            <a:off x="2714760" y="2666880"/>
            <a:ext cx="1533240" cy="16189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Relational storage (Supabase + PostgreSQL) holds migration schema hooks and centrality-ready link tables for fast queries.</a:t>
            </a:r>
            <a:endParaRPr b="0" lang="en-US" sz="1200" strike="noStrike" u="none">
              <a:solidFill>
                <a:srgbClr val="000000"/>
              </a:solidFill>
              <a:effectLst/>
              <a:uFillTx/>
              <a:latin typeface="OpenSymbol"/>
            </a:endParaRPr>
          </a:p>
        </p:txBody>
      </p:sp>
      <p:sp>
        <p:nvSpPr>
          <p:cNvPr id="466" name=""/>
          <p:cNvSpPr/>
          <p:nvPr/>
        </p:nvSpPr>
        <p:spPr>
          <a:xfrm>
            <a:off x="457200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03</a:t>
            </a:r>
            <a:endParaRPr b="0" lang="en-US" sz="2400" strike="noStrike" u="none">
              <a:solidFill>
                <a:srgbClr val="000000"/>
              </a:solidFill>
              <a:effectLst/>
              <a:uFillTx/>
              <a:latin typeface="OpenSymbol"/>
            </a:endParaRPr>
          </a:p>
        </p:txBody>
      </p:sp>
      <p:sp>
        <p:nvSpPr>
          <p:cNvPr id="467" name=""/>
          <p:cNvSpPr/>
          <p:nvPr/>
        </p:nvSpPr>
        <p:spPr>
          <a:xfrm>
            <a:off x="476244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UI &amp; Graph</a:t>
            </a:r>
            <a:endParaRPr b="0" lang="en-US" sz="1800" strike="noStrike" u="none">
              <a:solidFill>
                <a:srgbClr val="000000"/>
              </a:solidFill>
              <a:effectLst/>
              <a:uFillTx/>
              <a:latin typeface="OpenSymbol"/>
            </a:endParaRPr>
          </a:p>
        </p:txBody>
      </p:sp>
      <p:sp>
        <p:nvSpPr>
          <p:cNvPr id="468" name=""/>
          <p:cNvSpPr/>
          <p:nvPr/>
        </p:nvSpPr>
        <p:spPr>
          <a:xfrm>
            <a:off x="4762440" y="2666880"/>
            <a:ext cx="153324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Frontend (React 19 + TypeScript + Tailwind) delivers dynamic UI, state management, and an interactive graph canvas.</a:t>
            </a:r>
            <a:endParaRPr b="0" lang="en-US" sz="1200" strike="noStrike" u="none">
              <a:solidFill>
                <a:srgbClr val="000000"/>
              </a:solidFill>
              <a:effectLst/>
              <a:uFillTx/>
              <a:latin typeface="OpenSymbol"/>
            </a:endParaRPr>
          </a:p>
        </p:txBody>
      </p:sp>
      <p:sp>
        <p:nvSpPr>
          <p:cNvPr id="469" name=""/>
          <p:cNvSpPr/>
          <p:nvPr/>
        </p:nvSpPr>
        <p:spPr>
          <a:xfrm>
            <a:off x="662004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494949"/>
                </a:solidFill>
                <a:effectLst/>
                <a:uFillTx/>
                <a:latin typeface="Fjalla One"/>
              </a:rPr>
              <a:t>04</a:t>
            </a:r>
            <a:endParaRPr b="0" lang="en-US" sz="2400" strike="noStrike" u="none">
              <a:solidFill>
                <a:srgbClr val="000000"/>
              </a:solidFill>
              <a:effectLst/>
              <a:uFillTx/>
              <a:latin typeface="OpenSymbol"/>
            </a:endParaRPr>
          </a:p>
        </p:txBody>
      </p:sp>
      <p:sp>
        <p:nvSpPr>
          <p:cNvPr id="470" name=""/>
          <p:cNvSpPr/>
          <p:nvPr/>
        </p:nvSpPr>
        <p:spPr>
          <a:xfrm>
            <a:off x="6810480" y="2133720"/>
            <a:ext cx="1533240" cy="4284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494949"/>
                </a:solidFill>
                <a:effectLst/>
                <a:uFillTx/>
                <a:latin typeface="Fjalla One"/>
              </a:rPr>
              <a:t>AI Validation</a:t>
            </a:r>
            <a:endParaRPr b="0" lang="en-US" sz="1800" strike="noStrike" u="none">
              <a:solidFill>
                <a:srgbClr val="000000"/>
              </a:solidFill>
              <a:effectLst/>
              <a:uFillTx/>
              <a:latin typeface="OpenSymbol"/>
            </a:endParaRPr>
          </a:p>
        </p:txBody>
      </p:sp>
      <p:sp>
        <p:nvSpPr>
          <p:cNvPr id="471" name=""/>
          <p:cNvSpPr/>
          <p:nvPr/>
        </p:nvSpPr>
        <p:spPr>
          <a:xfrm>
            <a:off x="6810480" y="2666880"/>
            <a:ext cx="153324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IBM Bob Extension with Model Context Protocol validates migration logic, code dependencies, and context.</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494949"/>
                </a:solidFill>
                <a:effectLst/>
                <a:uFillTx/>
                <a:latin typeface="Fjalla One"/>
              </a:rPr>
              <a:t>Kingpin is Revealed</a:t>
            </a:r>
            <a:endParaRPr b="0" lang="en-US" sz="2400" strike="noStrike" u="none">
              <a:solidFill>
                <a:srgbClr val="000000"/>
              </a:solidFill>
              <a:effectLst/>
              <a:uFillTx/>
              <a:latin typeface="OpenSymbol"/>
            </a:endParaRPr>
          </a:p>
        </p:txBody>
      </p:sp>
      <p:sp>
        <p:nvSpPr>
          <p:cNvPr id="473" name=""/>
          <p:cNvSpPr/>
          <p:nvPr/>
        </p:nvSpPr>
        <p:spPr>
          <a:xfrm>
            <a:off x="476280" y="1333440"/>
            <a:ext cx="390492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Manual row-matching across spreadsheets or single-vector analysis (e.g., only UPI or only CDR). These methods miss cross-vector convergence, are time-consuming, and can lack auditable traceability.</a:t>
            </a:r>
            <a:endParaRPr b="0" lang="en-US" sz="1200" strike="noStrike" u="none">
              <a:solidFill>
                <a:srgbClr val="000000"/>
              </a:solidFill>
              <a:effectLst/>
              <a:uFillTx/>
              <a:latin typeface="OpenSymbol"/>
            </a:endParaRPr>
          </a:p>
        </p:txBody>
      </p:sp>
      <p:sp>
        <p:nvSpPr>
          <p:cNvPr id="474" name=""/>
          <p:cNvSpPr/>
          <p:nvPr/>
        </p:nvSpPr>
        <p:spPr>
          <a:xfrm>
            <a:off x="4762440" y="1333440"/>
            <a:ext cx="390492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Multi-vector centrality queries identify nodes where multiple mule tracks (UPIs, SIMs) converge on one hardware IMEI, automatically marking the Kingpin Center. Scalable, auditable, and faster than siloed analyses.</a:t>
            </a:r>
            <a:endParaRPr b="0" lang="en-US" sz="1200" strike="noStrike" u="none">
              <a:solidFill>
                <a:srgbClr val="000000"/>
              </a:solidFill>
              <a:effectLst/>
              <a:uFillTx/>
              <a:latin typeface="OpenSymbol"/>
            </a:endParaRPr>
          </a:p>
        </p:txBody>
      </p:sp>
      <p:sp>
        <p:nvSpPr>
          <p:cNvPr id="475"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494949"/>
                </a:solidFill>
                <a:effectLst/>
                <a:uFillTx/>
                <a:latin typeface="Barlow Semi Condensed"/>
              </a:rPr>
              <a:t>Topological and degree centrality together expose convergence hubs others miss.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76" name="Google Shape;2218;p40"/>
          <p:cNvGrpSpPr/>
          <p:nvPr/>
        </p:nvGrpSpPr>
        <p:grpSpPr>
          <a:xfrm>
            <a:off x="3732480" y="527040"/>
            <a:ext cx="1678680" cy="1678680"/>
            <a:chOff x="3732480" y="527040"/>
            <a:chExt cx="1678680" cy="1678680"/>
          </a:xfrm>
        </p:grpSpPr>
        <p:sp>
          <p:nvSpPr>
            <p:cNvPr id="477"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78"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479" name="Google Shape;2221;p40"/>
          <p:cNvGrpSpPr/>
          <p:nvPr/>
        </p:nvGrpSpPr>
        <p:grpSpPr>
          <a:xfrm>
            <a:off x="4276440" y="1071000"/>
            <a:ext cx="591120" cy="590400"/>
            <a:chOff x="4276440" y="1071000"/>
            <a:chExt cx="591120" cy="590400"/>
          </a:xfrm>
        </p:grpSpPr>
        <p:sp>
          <p:nvSpPr>
            <p:cNvPr id="480"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1"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2"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3"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4"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5"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6"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7"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8"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489"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490"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IBM Bob Validation</a:t>
            </a:r>
            <a:endParaRPr b="0" lang="en-US" sz="2800" strike="noStrike" u="none">
              <a:solidFill>
                <a:srgbClr val="000000"/>
              </a:solidFill>
              <a:effectLst/>
              <a:uFillTx/>
              <a:latin typeface="OpenSymbol"/>
            </a:endParaRPr>
          </a:p>
        </p:txBody>
      </p:sp>
      <p:sp>
        <p:nvSpPr>
          <p:cNvPr id="491" name=""/>
          <p:cNvSpPr/>
          <p:nvPr/>
        </p:nvSpPr>
        <p:spPr>
          <a:xfrm>
            <a:off x="1790640" y="3057480"/>
            <a:ext cx="5552640" cy="2590560"/>
          </a:xfrm>
          <a:prstGeom prst="rect">
            <a:avLst/>
          </a:prstGeom>
          <a:noFill/>
          <a:ln w="0">
            <a:noFill/>
          </a:ln>
        </p:spPr>
        <p:style>
          <a:lnRef idx="0"/>
          <a:fillRef idx="0"/>
          <a:effectRef idx="0"/>
          <a:fontRef idx="minor"/>
        </p:style>
        <p:txBody>
          <a:bodyPr anchor="t">
            <a:normAutofit/>
          </a:bodyPr>
          <a:p>
            <a:pPr algn="ctr" defTabSz="914400">
              <a:lnSpc>
                <a:spcPct val="150000"/>
              </a:lnSpc>
              <a:tabLst>
                <a:tab algn="l" pos="0"/>
              </a:tabLst>
            </a:pPr>
            <a:r>
              <a:rPr b="0" lang="en-US" sz="1600" strike="noStrike" u="none">
                <a:solidFill>
                  <a:srgbClr val="494949"/>
                </a:solidFill>
                <a:effectLst/>
                <a:uFillTx/>
                <a:latin typeface="Barlow Semi Condensed"/>
              </a:rPr>
              <a:t>IBM Bob served as a load-bearing agent to validate code, migrations, and the absence of structural defects. In Development Integration, Bob’s interactive Agent Mode verified TypeScript interfaces, supported rapid refactors, and confirmed migration logic remained coherent. For Context Validation, MCP cross-checked workspace files against hackathon schema templates, preventing scaffolding defects</a:t>
            </a:r>
            <a:r>
              <a:rPr b="0" lang="zh-CN" sz="1600" strike="noStrike" u="none">
                <a:solidFill>
                  <a:srgbClr val="494949"/>
                </a:solidFill>
                <a:effectLst/>
                <a:uFillTx/>
                <a:latin typeface="Barlow Semi Condensed"/>
              </a:rPr>
              <a:t>前</a:t>
            </a:r>
            <a:r>
              <a:rPr b="0" lang="en-US" sz="1600" strike="noStrike" u="none">
                <a:solidFill>
                  <a:srgbClr val="494949"/>
                </a:solidFill>
                <a:effectLst/>
                <a:uFillTx/>
                <a:latin typeface="Barlow Semi Condensed"/>
              </a:rPr>
              <a:t>e-</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0" lang="en-US" sz="2400" strike="noStrike" u="none">
                <a:solidFill>
                  <a:srgbClr val="494949"/>
                </a:solidFill>
                <a:effectLst/>
                <a:uFillTx/>
                <a:latin typeface="Fjalla One"/>
              </a:rPr>
              <a:t>Quantified Impact</a:t>
            </a:r>
            <a:endParaRPr b="0" lang="en-US" sz="2400" strike="noStrike" u="none">
              <a:solidFill>
                <a:srgbClr val="000000"/>
              </a:solidFill>
              <a:effectLst/>
              <a:uFillTx/>
              <a:latin typeface="OpenSymbol"/>
            </a:endParaRPr>
          </a:p>
        </p:txBody>
      </p:sp>
      <p:sp>
        <p:nvSpPr>
          <p:cNvPr id="493" name=""/>
          <p:cNvSpPr/>
          <p:nvPr/>
        </p:nvSpPr>
        <p:spPr>
          <a:xfrm>
            <a:off x="476280" y="1428840"/>
            <a:ext cx="238104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494949"/>
                </a:solidFill>
                <a:effectLst/>
                <a:uFillTx/>
                <a:latin typeface="Barlow Semi Condensed"/>
              </a:rPr>
              <a:t>Triage time reduced</a:t>
            </a:r>
            <a:endParaRPr b="0" lang="en-US" sz="1400" strike="noStrike" u="none">
              <a:solidFill>
                <a:srgbClr val="000000"/>
              </a:solidFill>
              <a:effectLst/>
              <a:uFillTx/>
              <a:latin typeface="OpenSymbol"/>
            </a:endParaRPr>
          </a:p>
        </p:txBody>
      </p:sp>
      <p:sp>
        <p:nvSpPr>
          <p:cNvPr id="494" name=""/>
          <p:cNvSpPr/>
          <p:nvPr/>
        </p:nvSpPr>
        <p:spPr>
          <a:xfrm>
            <a:off x="3048120" y="1428840"/>
            <a:ext cx="2571480" cy="361440"/>
          </a:xfrm>
          <a:prstGeom prst="rect">
            <a:avLst/>
          </a:prstGeom>
          <a:noFill/>
          <a:ln w="0">
            <a:noFill/>
          </a:ln>
        </p:spPr>
        <p:style>
          <a:lnRef idx="0"/>
          <a:fillRef idx="0"/>
          <a:effectRef idx="0"/>
          <a:fontRef idx="minor"/>
        </p:style>
        <p:txBody>
          <a:bodyPr anchor="ctr">
            <a:normAutofit fontScale="85000" lnSpcReduction="19999"/>
          </a:bodyPr>
          <a:p>
            <a:pPr defTabSz="914400">
              <a:lnSpc>
                <a:spcPct val="100000"/>
              </a:lnSpc>
              <a:tabLst>
                <a:tab algn="l" pos="0"/>
              </a:tabLst>
            </a:pPr>
            <a:r>
              <a:rPr b="0" lang="en-US" sz="1200" strike="noStrike" u="none">
                <a:solidFill>
                  <a:srgbClr val="494949"/>
                </a:solidFill>
                <a:effectLst/>
                <a:uFillTx/>
                <a:latin typeface="Barlow Semi Condensed"/>
              </a:rPr>
              <a:t>Initial network correlation triage time cut by 99%.</a:t>
            </a:r>
            <a:endParaRPr b="0" lang="en-US" sz="1200" strike="noStrike" u="none">
              <a:solidFill>
                <a:srgbClr val="000000"/>
              </a:solidFill>
              <a:effectLst/>
              <a:uFillTx/>
              <a:latin typeface="OpenSymbol"/>
            </a:endParaRPr>
          </a:p>
        </p:txBody>
      </p:sp>
      <p:sp>
        <p:nvSpPr>
          <p:cNvPr id="495" name=""/>
          <p:cNvSpPr/>
          <p:nvPr/>
        </p:nvSpPr>
        <p:spPr>
          <a:xfrm>
            <a:off x="5810400" y="1428840"/>
            <a:ext cx="2857320" cy="914040"/>
          </a:xfrm>
          <a:prstGeom prst="rect">
            <a:avLst/>
          </a:prstGeom>
          <a:noFill/>
          <a:ln w="0">
            <a:noFill/>
          </a:ln>
        </p:spPr>
        <p:style>
          <a:lnRef idx="0"/>
          <a:fillRef idx="0"/>
          <a:effectRef idx="0"/>
          <a:fontRef idx="minor"/>
        </p:style>
        <p:txBody>
          <a:bodyPr anchor="ctr">
            <a:normAutofit lnSpcReduction="9999"/>
          </a:bodyPr>
          <a:p>
            <a:pPr algn="r" defTabSz="914400">
              <a:lnSpc>
                <a:spcPct val="100000"/>
              </a:lnSpc>
              <a:tabLst>
                <a:tab algn="l" pos="0"/>
              </a:tabLst>
            </a:pPr>
            <a:r>
              <a:rPr b="0" lang="en-US" sz="6000" strike="noStrike" u="none">
                <a:solidFill>
                  <a:srgbClr val="494949"/>
                </a:solidFill>
                <a:effectLst/>
                <a:uFillTx/>
                <a:latin typeface="Fjalla One"/>
              </a:rPr>
              <a:t>99%</a:t>
            </a:r>
            <a:endParaRPr b="0" lang="en-US" sz="6000" strike="noStrike" u="none">
              <a:solidFill>
                <a:srgbClr val="000000"/>
              </a:solidFill>
              <a:effectLst/>
              <a:uFillTx/>
              <a:latin typeface="OpenSymbol"/>
            </a:endParaRPr>
          </a:p>
        </p:txBody>
      </p:sp>
      <p:sp>
        <p:nvSpPr>
          <p:cNvPr id="496" name=""/>
          <p:cNvSpPr/>
          <p:nvPr/>
        </p:nvSpPr>
        <p:spPr>
          <a:xfrm>
            <a:off x="476280" y="3048120"/>
            <a:ext cx="2381040" cy="209160"/>
          </a:xfrm>
          <a:prstGeom prst="rect">
            <a:avLst/>
          </a:prstGeom>
          <a:noFill/>
          <a:ln w="0">
            <a:noFill/>
          </a:ln>
        </p:spPr>
        <p:style>
          <a:lnRef idx="0"/>
          <a:fillRef idx="0"/>
          <a:effectRef idx="0"/>
          <a:fontRef idx="minor"/>
        </p:style>
        <p:txBody>
          <a:bodyPr anchor="ctr">
            <a:normAutofit fontScale="62500" lnSpcReduction="19999"/>
          </a:bodyPr>
          <a:p>
            <a:pPr defTabSz="914400">
              <a:lnSpc>
                <a:spcPct val="100000"/>
              </a:lnSpc>
              <a:tabLst>
                <a:tab algn="l" pos="0"/>
              </a:tabLst>
            </a:pPr>
            <a:r>
              <a:rPr b="0" lang="en-US" sz="1400" strike="noStrike" u="none">
                <a:solidFill>
                  <a:srgbClr val="494949"/>
                </a:solidFill>
                <a:effectLst/>
                <a:uFillTx/>
                <a:latin typeface="Barlow Semi Condensed"/>
              </a:rPr>
              <a:t>Automated case briefs</a:t>
            </a:r>
            <a:endParaRPr b="0" lang="en-US" sz="1400" strike="noStrike" u="none">
              <a:solidFill>
                <a:srgbClr val="000000"/>
              </a:solidFill>
              <a:effectLst/>
              <a:uFillTx/>
              <a:latin typeface="OpenSymbol"/>
            </a:endParaRPr>
          </a:p>
        </p:txBody>
      </p:sp>
      <p:sp>
        <p:nvSpPr>
          <p:cNvPr id="497" name=""/>
          <p:cNvSpPr/>
          <p:nvPr/>
        </p:nvSpPr>
        <p:spPr>
          <a:xfrm>
            <a:off x="3048120" y="3048120"/>
            <a:ext cx="2571480" cy="73296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494949"/>
                </a:solidFill>
                <a:effectLst/>
                <a:uFillTx/>
                <a:latin typeface="Barlow Semi Condensed"/>
              </a:rPr>
              <a:t>Briefs auto-generated, mapped to Section 66C/66D IT Act and Section 318 BNS for immediate FIR submission.</a:t>
            </a:r>
            <a:endParaRPr b="0" lang="en-US" sz="1200" strike="noStrike" u="none">
              <a:solidFill>
                <a:srgbClr val="000000"/>
              </a:solidFill>
              <a:effectLst/>
              <a:uFillTx/>
              <a:latin typeface="OpenSymbol"/>
            </a:endParaRPr>
          </a:p>
        </p:txBody>
      </p:sp>
      <p:sp>
        <p:nvSpPr>
          <p:cNvPr id="498" name=""/>
          <p:cNvSpPr/>
          <p:nvPr/>
        </p:nvSpPr>
        <p:spPr>
          <a:xfrm>
            <a:off x="5810400" y="3048120"/>
            <a:ext cx="2857320" cy="914040"/>
          </a:xfrm>
          <a:prstGeom prst="rect">
            <a:avLst/>
          </a:prstGeom>
          <a:noFill/>
          <a:ln w="0">
            <a:noFill/>
          </a:ln>
        </p:spPr>
        <p:style>
          <a:lnRef idx="0"/>
          <a:fillRef idx="0"/>
          <a:effectRef idx="0"/>
          <a:fontRef idx="minor"/>
        </p:style>
        <p:txBody>
          <a:bodyPr anchor="ctr">
            <a:normAutofit lnSpcReduction="9999"/>
          </a:bodyPr>
          <a:p>
            <a:pPr algn="r" defTabSz="914400">
              <a:lnSpc>
                <a:spcPct val="100000"/>
              </a:lnSpc>
              <a:tabLst>
                <a:tab algn="l" pos="0"/>
              </a:tabLst>
            </a:pPr>
            <a:r>
              <a:rPr b="0" lang="en-US" sz="6000" strike="noStrike" u="none">
                <a:solidFill>
                  <a:srgbClr val="494949"/>
                </a:solidFill>
                <a:effectLst/>
                <a:uFillTx/>
                <a:latin typeface="Fjalla One"/>
              </a:rPr>
              <a:t>100%</a:t>
            </a:r>
            <a:endParaRPr b="0" lang="en-US" sz="6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499" name="Google Shape;2218;p40"/>
          <p:cNvGrpSpPr/>
          <p:nvPr/>
        </p:nvGrpSpPr>
        <p:grpSpPr>
          <a:xfrm>
            <a:off x="3732480" y="527040"/>
            <a:ext cx="1678680" cy="1678680"/>
            <a:chOff x="3732480" y="527040"/>
            <a:chExt cx="1678680" cy="1678680"/>
          </a:xfrm>
        </p:grpSpPr>
        <p:sp>
          <p:nvSpPr>
            <p:cNvPr id="500" name="Google Shape;2219;p40"/>
            <p:cNvSpPr/>
            <p:nvPr/>
          </p:nvSpPr>
          <p:spPr>
            <a:xfrm>
              <a:off x="3732480" y="527040"/>
              <a:ext cx="1678680" cy="1678680"/>
            </a:xfrm>
            <a:prstGeom prst="ellipse">
              <a:avLst/>
            </a:prstGeom>
            <a:solidFill>
              <a:srgbClr val="77c6fc"/>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501" name="Google Shape;2220;p40"/>
            <p:cNvSpPr/>
            <p:nvPr/>
          </p:nvSpPr>
          <p:spPr>
            <a:xfrm>
              <a:off x="3956400" y="750960"/>
              <a:ext cx="1230480" cy="1230480"/>
            </a:xfrm>
            <a:prstGeom prst="ellipse">
              <a:avLst/>
            </a:prstGeom>
            <a:solidFill>
              <a:srgbClr val="ffffff"/>
            </a:solidFill>
            <a:ln w="9525">
              <a:solidFill>
                <a:srgbClr val="494949"/>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502" name="Google Shape;2221;p40"/>
          <p:cNvGrpSpPr/>
          <p:nvPr/>
        </p:nvGrpSpPr>
        <p:grpSpPr>
          <a:xfrm>
            <a:off x="4276440" y="1071000"/>
            <a:ext cx="591120" cy="590400"/>
            <a:chOff x="4276440" y="1071000"/>
            <a:chExt cx="591120" cy="590400"/>
          </a:xfrm>
        </p:grpSpPr>
        <p:sp>
          <p:nvSpPr>
            <p:cNvPr id="503" name="Google Shape;2222;p40"/>
            <p:cNvSpPr/>
            <p:nvPr/>
          </p:nvSpPr>
          <p:spPr>
            <a:xfrm>
              <a:off x="4276440" y="1073520"/>
              <a:ext cx="591120" cy="587880"/>
            </a:xfrm>
            <a:custGeom>
              <a:avLst/>
              <a:gdLst>
                <a:gd name="textAreaLeft" fmla="*/ 0 w 591120"/>
                <a:gd name="textAreaRight" fmla="*/ 591480 w 591120"/>
                <a:gd name="textAreaTop" fmla="*/ 0 h 587880"/>
                <a:gd name="textAreaBottom" fmla="*/ 588240 h 587880"/>
              </a:gdLst>
              <a:ahLst/>
              <a:cxnLst/>
              <a:rect l="textAreaLeft" t="textAreaTop" r="textAreaRight" b="textAreaBottom"/>
              <a:pathLst>
                <a:path w="209550" h="208413">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4" name="Google Shape;2223;p40"/>
            <p:cNvSpPr/>
            <p:nvPr/>
          </p:nvSpPr>
          <p:spPr>
            <a:xfrm>
              <a:off x="4616640" y="1189440"/>
              <a:ext cx="156600" cy="156600"/>
            </a:xfrm>
            <a:custGeom>
              <a:avLst/>
              <a:gdLst>
                <a:gd name="textAreaLeft" fmla="*/ 0 w 156600"/>
                <a:gd name="textAreaRight" fmla="*/ 156960 w 156600"/>
                <a:gd name="textAreaTop" fmla="*/ 0 h 156600"/>
                <a:gd name="textAreaBottom" fmla="*/ 156960 h 156600"/>
              </a:gdLst>
              <a:ahLst/>
              <a:cxnLst/>
              <a:rect l="textAreaLeft" t="textAreaTop" r="textAreaRight" b="textAreaBottom"/>
              <a:pathLst>
                <a:path w="55572" h="55572">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w="0">
              <a:noFill/>
            </a:ln>
          </p:spPr>
          <p:style>
            <a:lnRef idx="0"/>
            <a:fillRef idx="0"/>
            <a:effectRef idx="0"/>
            <a:fontRef idx="minor"/>
          </p:style>
          <p:txBody>
            <a:bodyPr tIns="78480" bIns="78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5" name="Google Shape;2224;p40"/>
            <p:cNvSpPr/>
            <p:nvPr/>
          </p:nvSpPr>
          <p:spPr>
            <a:xfrm>
              <a:off x="4563360" y="1504800"/>
              <a:ext cx="19080" cy="29160"/>
            </a:xfrm>
            <a:custGeom>
              <a:avLst/>
              <a:gdLst>
                <a:gd name="textAreaLeft" fmla="*/ 0 w 19080"/>
                <a:gd name="textAreaRight" fmla="*/ 19440 w 19080"/>
                <a:gd name="textAreaTop" fmla="*/ 0 h 29160"/>
                <a:gd name="textAreaBottom" fmla="*/ 29520 h 29160"/>
              </a:gdLst>
              <a:ahLst/>
              <a:cxnLst/>
              <a:rect l="textAreaLeft" t="textAreaTop" r="textAreaRight" b="textAreaBottom"/>
              <a:pathLst>
                <a:path w="6947" h="10420">
                  <a:moveTo>
                    <a:pt x="0" y="0"/>
                  </a:moveTo>
                  <a:lnTo>
                    <a:pt x="0" y="10420"/>
                  </a:lnTo>
                  <a:lnTo>
                    <a:pt x="6947" y="10420"/>
                  </a:lnTo>
                  <a:lnTo>
                    <a:pt x="6947" y="0"/>
                  </a:lnTo>
                  <a:close/>
                </a:path>
              </a:pathLst>
            </a:custGeom>
            <a:solidFill>
              <a:schemeClr val="dk2"/>
            </a:solidFill>
            <a:ln w="0">
              <a:noFill/>
            </a:ln>
          </p:spPr>
          <p:style>
            <a:lnRef idx="0"/>
            <a:fillRef idx="0"/>
            <a:effectRef idx="0"/>
            <a:fontRef idx="minor"/>
          </p:style>
          <p:txBody>
            <a:bodyPr tIns="14760" bIns="1476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6" name="Google Shape;2225;p40"/>
            <p:cNvSpPr/>
            <p:nvPr/>
          </p:nvSpPr>
          <p:spPr>
            <a:xfrm>
              <a:off x="4416480" y="1182960"/>
              <a:ext cx="165960" cy="302040"/>
            </a:xfrm>
            <a:custGeom>
              <a:avLst/>
              <a:gdLst>
                <a:gd name="textAreaLeft" fmla="*/ 0 w 165960"/>
                <a:gd name="textAreaRight" fmla="*/ 166320 w 165960"/>
                <a:gd name="textAreaTop" fmla="*/ 0 h 302040"/>
                <a:gd name="textAreaBottom" fmla="*/ 302400 h 302040"/>
              </a:gdLst>
              <a:ahLst/>
              <a:cxnLst/>
              <a:rect l="textAreaLeft" t="textAreaTop" r="textAreaRight" b="textAreaBottom"/>
              <a:pathLst>
                <a:path w="58949" h="107188">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7" name="Google Shape;2226;p40"/>
            <p:cNvSpPr/>
            <p:nvPr/>
          </p:nvSpPr>
          <p:spPr>
            <a:xfrm>
              <a:off x="4759200" y="1436400"/>
              <a:ext cx="68400" cy="19080"/>
            </a:xfrm>
            <a:custGeom>
              <a:avLst/>
              <a:gdLst>
                <a:gd name="textAreaLeft" fmla="*/ 0 w 68400"/>
                <a:gd name="textAreaRight" fmla="*/ 68760 w 68400"/>
                <a:gd name="textAreaTop" fmla="*/ 0 h 19080"/>
                <a:gd name="textAreaBottom" fmla="*/ 19440 h 19080"/>
              </a:gdLst>
              <a:ahLst/>
              <a:cxnLst/>
              <a:rect l="textAreaLeft" t="textAreaTop" r="textAreaRight" b="textAreaBottom"/>
              <a:pathLst>
                <a:path w="24313" h="6948">
                  <a:moveTo>
                    <a:pt x="0" y="1"/>
                  </a:moveTo>
                  <a:lnTo>
                    <a:pt x="0" y="6947"/>
                  </a:lnTo>
                  <a:lnTo>
                    <a:pt x="24313" y="6947"/>
                  </a:lnTo>
                  <a:lnTo>
                    <a:pt x="24313" y="1"/>
                  </a:lnTo>
                  <a:close/>
                </a:path>
              </a:pathLst>
            </a:custGeom>
            <a:solidFill>
              <a:schemeClr val="dk2"/>
            </a:solidFill>
            <a:ln w="0">
              <a:noFill/>
            </a:ln>
          </p:spPr>
          <p:style>
            <a:lnRef idx="0"/>
            <a:fillRef idx="0"/>
            <a:effectRef idx="0"/>
            <a:fontRef idx="minor"/>
          </p:style>
          <p:txBody>
            <a:bodyPr tIns="9720" bIns="97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8" name="Google Shape;2227;p40"/>
            <p:cNvSpPr/>
            <p:nvPr/>
          </p:nvSpPr>
          <p:spPr>
            <a:xfrm>
              <a:off x="4743360" y="1487520"/>
              <a:ext cx="70920" cy="63720"/>
            </a:xfrm>
            <a:custGeom>
              <a:avLst/>
              <a:gdLst>
                <a:gd name="textAreaLeft" fmla="*/ 0 w 70920"/>
                <a:gd name="textAreaRight" fmla="*/ 71280 w 70920"/>
                <a:gd name="textAreaTop" fmla="*/ 0 h 63720"/>
                <a:gd name="textAreaBottom" fmla="*/ 64080 h 63720"/>
              </a:gdLst>
              <a:ahLst/>
              <a:cxnLst/>
              <a:rect l="textAreaLeft" t="textAreaTop" r="textAreaRight" b="textAreaBottom"/>
              <a:pathLst>
                <a:path w="25278" h="22674">
                  <a:moveTo>
                    <a:pt x="4438" y="1"/>
                  </a:moveTo>
                  <a:lnTo>
                    <a:pt x="0" y="5307"/>
                  </a:lnTo>
                  <a:lnTo>
                    <a:pt x="20839" y="22673"/>
                  </a:lnTo>
                  <a:lnTo>
                    <a:pt x="25277" y="17367"/>
                  </a:lnTo>
                  <a:lnTo>
                    <a:pt x="4438" y="1"/>
                  </a:lnTo>
                  <a:close/>
                </a:path>
              </a:pathLst>
            </a:custGeom>
            <a:solidFill>
              <a:schemeClr val="dk2"/>
            </a:solidFill>
            <a:ln w="0">
              <a:noFill/>
            </a:ln>
          </p:spPr>
          <p:style>
            <a:lnRef idx="0"/>
            <a:fillRef idx="0"/>
            <a:effectRef idx="0"/>
            <a:fontRef idx="minor"/>
          </p:style>
          <p:txBody>
            <a:bodyPr tIns="32040" bIns="320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09" name="Google Shape;2228;p40"/>
            <p:cNvSpPr/>
            <p:nvPr/>
          </p:nvSpPr>
          <p:spPr>
            <a:xfrm>
              <a:off x="4700520" y="1514880"/>
              <a:ext cx="19080" cy="68400"/>
            </a:xfrm>
            <a:custGeom>
              <a:avLst/>
              <a:gdLst>
                <a:gd name="textAreaLeft" fmla="*/ 0 w 19080"/>
                <a:gd name="textAreaRight" fmla="*/ 19440 w 19080"/>
                <a:gd name="textAreaTop" fmla="*/ 0 h 68400"/>
                <a:gd name="textAreaBottom" fmla="*/ 68760 h 68400"/>
              </a:gdLst>
              <a:ahLst/>
              <a:cxnLst/>
              <a:rect l="textAreaLeft" t="textAreaTop" r="textAreaRight" b="textAreaBottom"/>
              <a:pathLst>
                <a:path w="6947" h="24313">
                  <a:moveTo>
                    <a:pt x="0" y="1"/>
                  </a:moveTo>
                  <a:lnTo>
                    <a:pt x="0" y="24313"/>
                  </a:lnTo>
                  <a:lnTo>
                    <a:pt x="6947" y="24313"/>
                  </a:lnTo>
                  <a:lnTo>
                    <a:pt x="6947" y="1"/>
                  </a:lnTo>
                  <a:close/>
                </a:path>
              </a:pathLst>
            </a:custGeom>
            <a:solidFill>
              <a:schemeClr val="dk2"/>
            </a:solidFill>
            <a:ln w="0">
              <a:noFill/>
            </a:ln>
          </p:spPr>
          <p:style>
            <a:lnRef idx="0"/>
            <a:fillRef idx="0"/>
            <a:effectRef idx="0"/>
            <a:fontRef idx="minor"/>
          </p:style>
          <p:txBody>
            <a:bodyPr tIns="34200" bIns="342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0" name="Google Shape;2229;p40"/>
            <p:cNvSpPr/>
            <p:nvPr/>
          </p:nvSpPr>
          <p:spPr>
            <a:xfrm>
              <a:off x="4286520" y="1221120"/>
              <a:ext cx="82800" cy="38160"/>
            </a:xfrm>
            <a:custGeom>
              <a:avLst/>
              <a:gdLst>
                <a:gd name="textAreaLeft" fmla="*/ 0 w 82800"/>
                <a:gd name="textAreaRight" fmla="*/ 83160 w 82800"/>
                <a:gd name="textAreaTop" fmla="*/ 0 h 38160"/>
                <a:gd name="textAreaBottom" fmla="*/ 38520 h 38160"/>
              </a:gdLst>
              <a:ahLst/>
              <a:cxnLst/>
              <a:rect l="textAreaLeft" t="textAreaTop" r="textAreaRight" b="textAreaBottom"/>
              <a:pathLst>
                <a:path w="29427" h="13701">
                  <a:moveTo>
                    <a:pt x="27786" y="1"/>
                  </a:moveTo>
                  <a:lnTo>
                    <a:pt x="1" y="6947"/>
                  </a:lnTo>
                  <a:lnTo>
                    <a:pt x="1641" y="13701"/>
                  </a:lnTo>
                  <a:lnTo>
                    <a:pt x="29426" y="6754"/>
                  </a:lnTo>
                  <a:lnTo>
                    <a:pt x="27786" y="1"/>
                  </a:lnTo>
                  <a:close/>
                </a:path>
              </a:pathLst>
            </a:custGeom>
            <a:solidFill>
              <a:schemeClr val="dk2"/>
            </a:solidFill>
            <a:ln w="0">
              <a:noFill/>
            </a:ln>
          </p:spPr>
          <p:style>
            <a:lnRef idx="0"/>
            <a:fillRef idx="0"/>
            <a:effectRef idx="0"/>
            <a:fontRef idx="minor"/>
          </p:style>
          <p:txBody>
            <a:bodyPr tIns="19080" bIns="190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1" name="Google Shape;2230;p40"/>
            <p:cNvSpPr/>
            <p:nvPr/>
          </p:nvSpPr>
          <p:spPr>
            <a:xfrm>
              <a:off x="4303080" y="1124640"/>
              <a:ext cx="79560" cy="64440"/>
            </a:xfrm>
            <a:custGeom>
              <a:avLst/>
              <a:gdLst>
                <a:gd name="textAreaLeft" fmla="*/ 0 w 79560"/>
                <a:gd name="textAreaRight" fmla="*/ 79920 w 79560"/>
                <a:gd name="textAreaTop" fmla="*/ 0 h 64440"/>
                <a:gd name="textAreaBottom" fmla="*/ 64800 h 64440"/>
              </a:gdLst>
              <a:ahLst/>
              <a:cxnLst/>
              <a:rect l="textAreaLeft" t="textAreaTop" r="textAreaRight" b="textAreaBottom"/>
              <a:pathLst>
                <a:path w="28269" h="22963">
                  <a:moveTo>
                    <a:pt x="3956" y="1"/>
                  </a:moveTo>
                  <a:lnTo>
                    <a:pt x="0" y="5596"/>
                  </a:lnTo>
                  <a:lnTo>
                    <a:pt x="24313" y="22962"/>
                  </a:lnTo>
                  <a:lnTo>
                    <a:pt x="28268" y="17367"/>
                  </a:lnTo>
                  <a:lnTo>
                    <a:pt x="3956" y="1"/>
                  </a:lnTo>
                  <a:close/>
                </a:path>
              </a:pathLst>
            </a:custGeom>
            <a:solidFill>
              <a:schemeClr val="dk2"/>
            </a:solidFill>
            <a:ln w="0">
              <a:noFill/>
            </a:ln>
          </p:spPr>
          <p:style>
            <a:lnRef idx="0"/>
            <a:fillRef idx="0"/>
            <a:effectRef idx="0"/>
            <a:fontRef idx="minor"/>
          </p:style>
          <p:txBody>
            <a:bodyPr tIns="32400" bIns="32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12" name="Google Shape;2231;p40"/>
            <p:cNvSpPr/>
            <p:nvPr/>
          </p:nvSpPr>
          <p:spPr>
            <a:xfrm>
              <a:off x="4386960" y="1071000"/>
              <a:ext cx="38520" cy="82800"/>
            </a:xfrm>
            <a:custGeom>
              <a:avLst/>
              <a:gdLst>
                <a:gd name="textAreaLeft" fmla="*/ 0 w 38520"/>
                <a:gd name="textAreaRight" fmla="*/ 38880 w 38520"/>
                <a:gd name="textAreaTop" fmla="*/ 0 h 82800"/>
                <a:gd name="textAreaBottom" fmla="*/ 83160 h 82800"/>
              </a:gdLst>
              <a:ahLst/>
              <a:cxnLst/>
              <a:rect l="textAreaLeft" t="textAreaTop" r="textAreaRight" b="textAreaBottom"/>
              <a:pathLst>
                <a:path w="13797" h="29523">
                  <a:moveTo>
                    <a:pt x="6754" y="0"/>
                  </a:moveTo>
                  <a:lnTo>
                    <a:pt x="1" y="1737"/>
                  </a:lnTo>
                  <a:lnTo>
                    <a:pt x="7140" y="29522"/>
                  </a:lnTo>
                  <a:lnTo>
                    <a:pt x="13797" y="27786"/>
                  </a:lnTo>
                  <a:lnTo>
                    <a:pt x="6754" y="0"/>
                  </a:lnTo>
                  <a:close/>
                </a:path>
              </a:pathLst>
            </a:custGeom>
            <a:solidFill>
              <a:schemeClr val="dk2"/>
            </a:solidFill>
            <a:ln w="0">
              <a:noFill/>
            </a:ln>
          </p:spPr>
          <p:style>
            <a:lnRef idx="0"/>
            <a:fillRef idx="0"/>
            <a:effectRef idx="0"/>
            <a:fontRef idx="minor"/>
          </p:style>
          <p:txBody>
            <a:bodyPr tIns="41400" bIns="414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13" name=""/>
          <p:cNvSpPr/>
          <p:nvPr/>
        </p:nvSpPr>
        <p:spPr>
          <a:xfrm>
            <a:off x="1790640" y="2476440"/>
            <a:ext cx="5552640" cy="352080"/>
          </a:xfrm>
          <a:prstGeom prst="rect">
            <a:avLst/>
          </a:prstGeom>
          <a:noFill/>
          <a:ln w="0">
            <a:noFill/>
          </a:ln>
        </p:spPr>
        <p:style>
          <a:lnRef idx="0"/>
          <a:fillRef idx="0"/>
          <a:effectRef idx="0"/>
          <a:fontRef idx="minor"/>
        </p:style>
        <p:txBody>
          <a:bodyPr anchor="t">
            <a:normAutofit fontScale="70000" lnSpcReduction="19999"/>
          </a:bodyPr>
          <a:p>
            <a:pPr algn="ctr" defTabSz="914400">
              <a:lnSpc>
                <a:spcPct val="100000"/>
              </a:lnSpc>
              <a:tabLst>
                <a:tab algn="l" pos="0"/>
              </a:tabLst>
            </a:pPr>
            <a:r>
              <a:rPr b="0" lang="en-US" sz="2800" strike="noStrike" u="none">
                <a:solidFill>
                  <a:srgbClr val="494949"/>
                </a:solidFill>
                <a:effectLst/>
                <a:uFillTx/>
                <a:latin typeface="Fjalla One"/>
              </a:rPr>
              <a:t>Two-Hour Pilot</a:t>
            </a:r>
            <a:endParaRPr b="0" lang="en-US" sz="2800" strike="noStrike" u="none">
              <a:solidFill>
                <a:srgbClr val="000000"/>
              </a:solidFill>
              <a:effectLst/>
              <a:uFillTx/>
              <a:latin typeface="OpenSymbol"/>
            </a:endParaRPr>
          </a:p>
        </p:txBody>
      </p:sp>
      <p:sp>
        <p:nvSpPr>
          <p:cNvPr id="514" name=""/>
          <p:cNvSpPr/>
          <p:nvPr/>
        </p:nvSpPr>
        <p:spPr>
          <a:xfrm>
            <a:off x="1790640" y="3057480"/>
            <a:ext cx="5552640" cy="1828440"/>
          </a:xfrm>
          <a:prstGeom prst="rect">
            <a:avLst/>
          </a:prstGeom>
          <a:noFill/>
          <a:ln w="0">
            <a:noFill/>
          </a:ln>
        </p:spPr>
        <p:style>
          <a:lnRef idx="0"/>
          <a:fillRef idx="0"/>
          <a:effectRef idx="0"/>
          <a:fontRef idx="minor"/>
        </p:style>
        <p:txBody>
          <a:bodyPr anchor="t">
            <a:normAutofit lnSpcReduction="9999"/>
          </a:bodyPr>
          <a:p>
            <a:pPr algn="ctr" defTabSz="914400">
              <a:lnSpc>
                <a:spcPct val="150000"/>
              </a:lnSpc>
              <a:tabLst>
                <a:tab algn="l" pos="0"/>
              </a:tabLst>
            </a:pPr>
            <a:r>
              <a:rPr b="0" lang="en-US" sz="1600" strike="noStrike" u="none">
                <a:solidFill>
                  <a:srgbClr val="494949"/>
                </a:solidFill>
                <a:effectLst/>
                <a:uFillTx/>
                <a:latin typeface="Barlow Semi Condensed"/>
              </a:rPr>
              <a:t>- Provide a representative CSV/CDR/IMEI dataset for a realistic feed</a:t>
            </a:r>
            <a:endParaRPr b="0" lang="en-US" sz="1600" strike="noStrike" u="none">
              <a:solidFill>
                <a:srgbClr val="000000"/>
              </a:solidFill>
              <a:effectLst/>
              <a:uFillTx/>
              <a:latin typeface="OpenSymbol"/>
            </a:endParaRPr>
          </a:p>
          <a:p>
            <a:pPr algn="ctr" defTabSz="914400">
              <a:lnSpc>
                <a:spcPct val="150000"/>
              </a:lnSpc>
              <a:tabLst>
                <a:tab algn="l" pos="0"/>
              </a:tabLst>
            </a:pPr>
            <a:r>
              <a:rPr b="0" lang="en-US" sz="1600" strike="noStrike" u="none">
                <a:solidFill>
                  <a:srgbClr val="494949"/>
                </a:solidFill>
                <a:effectLst/>
                <a:uFillTx/>
                <a:latin typeface="Barlow Semi Condensed"/>
              </a:rPr>
              <a:t>- Deploy ChakraView on a Supabase test tenant to mirror production controls</a:t>
            </a:r>
            <a:endParaRPr b="0" lang="en-US" sz="1600" strike="noStrike" u="none">
              <a:solidFill>
                <a:srgbClr val="000000"/>
              </a:solidFill>
              <a:effectLst/>
              <a:uFillTx/>
              <a:latin typeface="OpenSymbol"/>
            </a:endParaRPr>
          </a:p>
          <a:p>
            <a:pPr algn="ctr" defTabSz="914400">
              <a:lnSpc>
                <a:spcPct val="150000"/>
              </a:lnSpc>
              <a:tabLst>
                <a:tab algn="l" pos="0"/>
              </a:tabLst>
            </a:pPr>
            <a:r>
              <a:rPr b="0" lang="en-US" sz="1600" strike="noStrike" u="none">
                <a:solidFill>
                  <a:srgbClr val="494949"/>
                </a:solidFill>
                <a:effectLst/>
                <a:uFillTx/>
                <a:latin typeface="Barlow Semi Condensed"/>
              </a:rPr>
              <a:t>- Validate automated triage and legal brief generation against one real case within 48 hours</a:t>
            </a:r>
            <a:endParaRPr b="0" lang="en-US" sz="16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title"/>
          </p:nvPr>
        </p:nvSpPr>
        <p:spPr>
          <a:xfrm>
            <a:off x="2104920" y="380880"/>
            <a:ext cx="4933440" cy="107640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7200" strike="noStrike" u="none">
                <a:solidFill>
                  <a:schemeClr val="dk2"/>
                </a:solidFill>
                <a:effectLst/>
                <a:uFillTx/>
                <a:latin typeface="Fjalla One"/>
                <a:ea typeface="Fjalla One"/>
              </a:rPr>
              <a:t>Thanks!</a:t>
            </a:r>
            <a:endParaRPr b="0" lang="fr-FR" sz="7200" strike="noStrike" u="none">
              <a:solidFill>
                <a:schemeClr val="dk1"/>
              </a:solidFill>
              <a:effectLst/>
              <a:uFillTx/>
              <a:latin typeface="Arial"/>
            </a:endParaRPr>
          </a:p>
        </p:txBody>
      </p:sp>
      <p:sp>
        <p:nvSpPr>
          <p:cNvPr id="516" name="PlaceHolder 2"/>
          <p:cNvSpPr>
            <a:spLocks noGrp="1"/>
          </p:cNvSpPr>
          <p:nvPr>
            <p:ph type="subTitle"/>
          </p:nvPr>
        </p:nvSpPr>
        <p:spPr>
          <a:xfrm>
            <a:off x="3019320" y="1714680"/>
            <a:ext cx="3095280" cy="143856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600" strike="noStrike" u="none">
                <a:solidFill>
                  <a:srgbClr val="77c6fc"/>
                </a:solidFill>
                <a:effectLst/>
                <a:uFillTx/>
                <a:latin typeface="Barlow Semi Condensed"/>
                <a:ea typeface="Barlow Semi Condensed"/>
              </a:rPr>
              <a:t>Do you have any questions?</a:t>
            </a:r>
            <a:endParaRPr b="0" lang="en-US" sz="1600" strike="noStrike" u="none">
              <a:solidFill>
                <a:srgbClr val="000000"/>
              </a:solidFill>
              <a:effectLst/>
              <a:uFillTx/>
              <a:latin typeface="OpenSymbol"/>
            </a:endParaRPr>
          </a:p>
          <a:p>
            <a:pPr indent="0" algn="ctr">
              <a:lnSpc>
                <a:spcPct val="100000"/>
              </a:lnSpc>
              <a:buNone/>
              <a:tabLst>
                <a:tab algn="l" pos="0"/>
              </a:tabLst>
            </a:pP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2"/>
                </a:solidFill>
                <a:effectLst/>
                <a:uFillTx/>
                <a:latin typeface="Barlow Semi Condensed"/>
                <a:ea typeface="Barlow Semi Condensed"/>
              </a:rPr>
              <a:t>youremail@freepik.com </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2"/>
                </a:solidFill>
                <a:effectLst/>
                <a:uFillTx/>
                <a:latin typeface="Barlow Semi Condensed"/>
                <a:ea typeface="Barlow Semi Condensed"/>
              </a:rPr>
              <a:t>+91  620 421 838 </a:t>
            </a:r>
            <a:endParaRPr b="0" lang="en-US" sz="1600" strike="noStrike" u="none">
              <a:solidFill>
                <a:srgbClr val="000000"/>
              </a:solidFill>
              <a:effectLst/>
              <a:uFillTx/>
              <a:latin typeface="OpenSymbol"/>
            </a:endParaRPr>
          </a:p>
          <a:p>
            <a:pPr indent="0" algn="ctr">
              <a:lnSpc>
                <a:spcPct val="100000"/>
              </a:lnSpc>
              <a:buNone/>
              <a:tabLst>
                <a:tab algn="l" pos="0"/>
              </a:tabLst>
            </a:pPr>
            <a:r>
              <a:rPr b="0" lang="en" sz="1600" strike="noStrike" u="none">
                <a:solidFill>
                  <a:schemeClr val="dk2"/>
                </a:solidFill>
                <a:effectLst/>
                <a:uFillTx/>
                <a:latin typeface="Barlow Semi Condensed"/>
                <a:ea typeface="Barlow Semi Condensed"/>
              </a:rPr>
              <a:t>yourcompany.com</a:t>
            </a:r>
            <a:endParaRPr b="0" lang="en-US" sz="1600" strike="noStrike" u="none">
              <a:solidFill>
                <a:srgbClr val="000000"/>
              </a:solidFill>
              <a:effectLst/>
              <a:uFillTx/>
              <a:latin typeface="OpenSymbol"/>
            </a:endParaRPr>
          </a:p>
        </p:txBody>
      </p:sp>
      <p:sp>
        <p:nvSpPr>
          <p:cNvPr id="517" name="PlaceHolder 3"/>
          <p:cNvSpPr>
            <a:spLocks noGrp="1"/>
          </p:cNvSpPr>
          <p:nvPr>
            <p:ph type="subTitle"/>
          </p:nvPr>
        </p:nvSpPr>
        <p:spPr>
          <a:xfrm>
            <a:off x="2676600" y="4229280"/>
            <a:ext cx="3790440" cy="42696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100" strike="noStrike" u="none">
                <a:solidFill>
                  <a:srgbClr val="000000"/>
                </a:solidFill>
                <a:effectLst/>
                <a:uFillTx/>
                <a:latin typeface="Barlow Semi Condensed"/>
                <a:ea typeface="Barlow Semi Condensed"/>
              </a:rPr>
              <a:t>Please keep this slide for attribution</a:t>
            </a:r>
            <a:endParaRPr b="0" lang="en-US" sz="1100" strike="noStrike" u="none">
              <a:solidFill>
                <a:srgbClr val="000000"/>
              </a:solidFill>
              <a:effectLst/>
              <a:uFillTx/>
              <a:latin typeface="OpenSymbol"/>
            </a:endParaRPr>
          </a:p>
        </p:txBody>
      </p:sp>
      <p:grpSp>
        <p:nvGrpSpPr>
          <p:cNvPr id="518" name="Google Shape;3673;p65"/>
          <p:cNvGrpSpPr/>
          <p:nvPr/>
        </p:nvGrpSpPr>
        <p:grpSpPr>
          <a:xfrm>
            <a:off x="3733920" y="3221640"/>
            <a:ext cx="1680840" cy="338040"/>
            <a:chOff x="3733920" y="3221640"/>
            <a:chExt cx="1680840" cy="338040"/>
          </a:xfrm>
        </p:grpSpPr>
        <p:sp>
          <p:nvSpPr>
            <p:cNvPr id="519" name="Google Shape;3674;p65"/>
            <p:cNvSpPr/>
            <p:nvPr/>
          </p:nvSpPr>
          <p:spPr>
            <a:xfrm>
              <a:off x="3733920" y="3221640"/>
              <a:ext cx="338040" cy="338040"/>
            </a:xfrm>
            <a:custGeom>
              <a:avLst/>
              <a:gdLst>
                <a:gd name="textAreaLeft" fmla="*/ 0 w 338040"/>
                <a:gd name="textAreaRight" fmla="*/ 338400 w 338040"/>
                <a:gd name="textAreaTop" fmla="*/ 0 h 338040"/>
                <a:gd name="textAreaBottom" fmla="*/ 338400 h 338040"/>
              </a:gdLst>
              <a:ahLst/>
              <a:cxnLst/>
              <a:rect l="textAreaLeft" t="textAreaTop" r="textAreaRight" b="textAreaBottom"/>
              <a:pathLst>
                <a:path w="19982" h="19982">
                  <a:moveTo>
                    <a:pt x="14602" y="3500"/>
                  </a:moveTo>
                  <a:cubicBezTo>
                    <a:pt x="15137" y="3500"/>
                    <a:pt x="15682" y="3563"/>
                    <a:pt x="16247" y="3689"/>
                  </a:cubicBezTo>
                  <a:cubicBezTo>
                    <a:pt x="16179" y="4154"/>
                    <a:pt x="16095" y="4705"/>
                    <a:pt x="16033" y="5120"/>
                  </a:cubicBezTo>
                  <a:cubicBezTo>
                    <a:pt x="15810" y="5075"/>
                    <a:pt x="15484" y="5035"/>
                    <a:pt x="15150" y="5035"/>
                  </a:cubicBezTo>
                  <a:cubicBezTo>
                    <a:pt x="14968" y="5035"/>
                    <a:pt x="14783" y="5047"/>
                    <a:pt x="14611" y="5076"/>
                  </a:cubicBezTo>
                  <a:cubicBezTo>
                    <a:pt x="13536" y="5258"/>
                    <a:pt x="12918" y="5925"/>
                    <a:pt x="12918" y="6907"/>
                  </a:cubicBezTo>
                  <a:lnTo>
                    <a:pt x="12918" y="8819"/>
                  </a:lnTo>
                  <a:cubicBezTo>
                    <a:pt x="12918" y="9143"/>
                    <a:pt x="13180" y="9405"/>
                    <a:pt x="13504" y="9405"/>
                  </a:cubicBezTo>
                  <a:lnTo>
                    <a:pt x="15681" y="9405"/>
                  </a:lnTo>
                  <a:lnTo>
                    <a:pt x="15388" y="10576"/>
                  </a:lnTo>
                  <a:lnTo>
                    <a:pt x="13504" y="10576"/>
                  </a:lnTo>
                  <a:cubicBezTo>
                    <a:pt x="13180" y="10576"/>
                    <a:pt x="12918" y="10838"/>
                    <a:pt x="12918" y="11161"/>
                  </a:cubicBezTo>
                  <a:lnTo>
                    <a:pt x="12918" y="18811"/>
                  </a:lnTo>
                  <a:lnTo>
                    <a:pt x="11162" y="18811"/>
                  </a:lnTo>
                  <a:lnTo>
                    <a:pt x="11162" y="11161"/>
                  </a:lnTo>
                  <a:cubicBezTo>
                    <a:pt x="11162" y="10838"/>
                    <a:pt x="10900" y="10576"/>
                    <a:pt x="10576" y="10576"/>
                  </a:cubicBezTo>
                  <a:lnTo>
                    <a:pt x="9407" y="10576"/>
                  </a:lnTo>
                  <a:lnTo>
                    <a:pt x="9407" y="9405"/>
                  </a:lnTo>
                  <a:lnTo>
                    <a:pt x="10576" y="9405"/>
                  </a:lnTo>
                  <a:cubicBezTo>
                    <a:pt x="10900" y="9405"/>
                    <a:pt x="11162" y="9143"/>
                    <a:pt x="11162" y="8821"/>
                  </a:cubicBezTo>
                  <a:cubicBezTo>
                    <a:pt x="11162" y="7215"/>
                    <a:pt x="11162" y="6481"/>
                    <a:pt x="11162" y="6143"/>
                  </a:cubicBezTo>
                  <a:cubicBezTo>
                    <a:pt x="11162" y="5520"/>
                    <a:pt x="11163" y="4843"/>
                    <a:pt x="11770" y="4324"/>
                  </a:cubicBezTo>
                  <a:cubicBezTo>
                    <a:pt x="12234" y="3928"/>
                    <a:pt x="12823" y="3687"/>
                    <a:pt x="13628" y="3571"/>
                  </a:cubicBezTo>
                  <a:cubicBezTo>
                    <a:pt x="13950" y="3524"/>
                    <a:pt x="14274" y="3500"/>
                    <a:pt x="14602" y="3500"/>
                  </a:cubicBezTo>
                  <a:close/>
                  <a:moveTo>
                    <a:pt x="17017" y="1170"/>
                  </a:moveTo>
                  <a:cubicBezTo>
                    <a:pt x="17990" y="1170"/>
                    <a:pt x="18811" y="1975"/>
                    <a:pt x="18811" y="2927"/>
                  </a:cubicBezTo>
                  <a:lnTo>
                    <a:pt x="18811" y="17056"/>
                  </a:lnTo>
                  <a:cubicBezTo>
                    <a:pt x="18811" y="18023"/>
                    <a:pt x="18024" y="18811"/>
                    <a:pt x="17056" y="18811"/>
                  </a:cubicBezTo>
                  <a:lnTo>
                    <a:pt x="14089" y="18811"/>
                  </a:lnTo>
                  <a:lnTo>
                    <a:pt x="14089" y="11747"/>
                  </a:lnTo>
                  <a:lnTo>
                    <a:pt x="15846" y="11747"/>
                  </a:lnTo>
                  <a:cubicBezTo>
                    <a:pt x="16115" y="11747"/>
                    <a:pt x="16348" y="11565"/>
                    <a:pt x="16414" y="11305"/>
                  </a:cubicBezTo>
                  <a:lnTo>
                    <a:pt x="16999" y="8963"/>
                  </a:lnTo>
                  <a:cubicBezTo>
                    <a:pt x="17042" y="8787"/>
                    <a:pt x="17003" y="8602"/>
                    <a:pt x="16893" y="8460"/>
                  </a:cubicBezTo>
                  <a:cubicBezTo>
                    <a:pt x="16782" y="8317"/>
                    <a:pt x="16612" y="8235"/>
                    <a:pt x="16431" y="8235"/>
                  </a:cubicBezTo>
                  <a:lnTo>
                    <a:pt x="14089" y="8235"/>
                  </a:lnTo>
                  <a:lnTo>
                    <a:pt x="14089" y="6909"/>
                  </a:lnTo>
                  <a:cubicBezTo>
                    <a:pt x="14089" y="6638"/>
                    <a:pt x="14144" y="6343"/>
                    <a:pt x="14808" y="6229"/>
                  </a:cubicBezTo>
                  <a:cubicBezTo>
                    <a:pt x="14936" y="6208"/>
                    <a:pt x="15061" y="6199"/>
                    <a:pt x="15182" y="6199"/>
                  </a:cubicBezTo>
                  <a:cubicBezTo>
                    <a:pt x="15552" y="6199"/>
                    <a:pt x="15890" y="6283"/>
                    <a:pt x="16198" y="6360"/>
                  </a:cubicBezTo>
                  <a:cubicBezTo>
                    <a:pt x="16304" y="6387"/>
                    <a:pt x="16415" y="6421"/>
                    <a:pt x="16532" y="6421"/>
                  </a:cubicBezTo>
                  <a:cubicBezTo>
                    <a:pt x="16632" y="6421"/>
                    <a:pt x="16736" y="6396"/>
                    <a:pt x="16847" y="6321"/>
                  </a:cubicBezTo>
                  <a:cubicBezTo>
                    <a:pt x="16983" y="6229"/>
                    <a:pt x="17074" y="6084"/>
                    <a:pt x="17098" y="5923"/>
                  </a:cubicBezTo>
                  <a:cubicBezTo>
                    <a:pt x="17098" y="5923"/>
                    <a:pt x="17362" y="4156"/>
                    <a:pt x="17482" y="3339"/>
                  </a:cubicBezTo>
                  <a:cubicBezTo>
                    <a:pt x="17525" y="3049"/>
                    <a:pt x="17346" y="2769"/>
                    <a:pt x="17063" y="2690"/>
                  </a:cubicBezTo>
                  <a:cubicBezTo>
                    <a:pt x="16267" y="2463"/>
                    <a:pt x="15346" y="2343"/>
                    <a:pt x="14504" y="2343"/>
                  </a:cubicBezTo>
                  <a:cubicBezTo>
                    <a:pt x="14137" y="2343"/>
                    <a:pt x="13786" y="2365"/>
                    <a:pt x="13467" y="2412"/>
                  </a:cubicBezTo>
                  <a:cubicBezTo>
                    <a:pt x="12434" y="2562"/>
                    <a:pt x="11646" y="2888"/>
                    <a:pt x="11009" y="3434"/>
                  </a:cubicBezTo>
                  <a:cubicBezTo>
                    <a:pt x="10121" y="4193"/>
                    <a:pt x="10010" y="5168"/>
                    <a:pt x="9999" y="5833"/>
                  </a:cubicBezTo>
                  <a:cubicBezTo>
                    <a:pt x="9999" y="5847"/>
                    <a:pt x="9999" y="7029"/>
                    <a:pt x="9999" y="8235"/>
                  </a:cubicBezTo>
                  <a:lnTo>
                    <a:pt x="8821" y="8235"/>
                  </a:lnTo>
                  <a:cubicBezTo>
                    <a:pt x="8497" y="8235"/>
                    <a:pt x="8236" y="8497"/>
                    <a:pt x="8236" y="8819"/>
                  </a:cubicBezTo>
                  <a:lnTo>
                    <a:pt x="8236" y="11161"/>
                  </a:lnTo>
                  <a:cubicBezTo>
                    <a:pt x="8236" y="11485"/>
                    <a:pt x="8497" y="11747"/>
                    <a:pt x="8821" y="11747"/>
                  </a:cubicBezTo>
                  <a:lnTo>
                    <a:pt x="9991" y="11747"/>
                  </a:lnTo>
                  <a:lnTo>
                    <a:pt x="9991" y="18811"/>
                  </a:lnTo>
                  <a:lnTo>
                    <a:pt x="2927" y="18811"/>
                  </a:lnTo>
                  <a:cubicBezTo>
                    <a:pt x="1959" y="18811"/>
                    <a:pt x="1172" y="18023"/>
                    <a:pt x="1172" y="17054"/>
                  </a:cubicBezTo>
                  <a:lnTo>
                    <a:pt x="1172" y="2927"/>
                  </a:lnTo>
                  <a:cubicBezTo>
                    <a:pt x="1172" y="1959"/>
                    <a:pt x="1959" y="1170"/>
                    <a:pt x="2927" y="1170"/>
                  </a:cubicBezTo>
                  <a:close/>
                  <a:moveTo>
                    <a:pt x="2927" y="1"/>
                  </a:moveTo>
                  <a:cubicBezTo>
                    <a:pt x="1314" y="1"/>
                    <a:pt x="1" y="1313"/>
                    <a:pt x="1" y="2927"/>
                  </a:cubicBezTo>
                  <a:lnTo>
                    <a:pt x="1" y="17056"/>
                  </a:lnTo>
                  <a:cubicBezTo>
                    <a:pt x="1" y="18669"/>
                    <a:pt x="1314" y="19982"/>
                    <a:pt x="2927" y="19982"/>
                  </a:cubicBezTo>
                  <a:lnTo>
                    <a:pt x="17054" y="19982"/>
                  </a:lnTo>
                  <a:cubicBezTo>
                    <a:pt x="18669" y="19982"/>
                    <a:pt x="19982" y="18669"/>
                    <a:pt x="19982" y="17056"/>
                  </a:cubicBezTo>
                  <a:lnTo>
                    <a:pt x="19982" y="2927"/>
                  </a:lnTo>
                  <a:cubicBezTo>
                    <a:pt x="19982" y="2145"/>
                    <a:pt x="19669" y="1409"/>
                    <a:pt x="19101" y="853"/>
                  </a:cubicBezTo>
                  <a:cubicBezTo>
                    <a:pt x="18538" y="303"/>
                    <a:pt x="17797" y="1"/>
                    <a:pt x="17015"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nvGrpSpPr>
            <p:cNvPr id="520" name="Google Shape;3675;p65"/>
            <p:cNvGrpSpPr/>
            <p:nvPr/>
          </p:nvGrpSpPr>
          <p:grpSpPr>
            <a:xfrm>
              <a:off x="4165920" y="3221640"/>
              <a:ext cx="338040" cy="338040"/>
              <a:chOff x="4165920" y="3221640"/>
              <a:chExt cx="338040" cy="338040"/>
            </a:xfrm>
          </p:grpSpPr>
          <p:sp>
            <p:nvSpPr>
              <p:cNvPr id="521" name="Google Shape;3676;p65"/>
              <p:cNvSpPr/>
              <p:nvPr/>
            </p:nvSpPr>
            <p:spPr>
              <a:xfrm>
                <a:off x="4266000" y="3321360"/>
                <a:ext cx="138600" cy="138600"/>
              </a:xfrm>
              <a:custGeom>
                <a:avLst/>
                <a:gdLst>
                  <a:gd name="textAreaLeft" fmla="*/ 0 w 138600"/>
                  <a:gd name="textAreaRight" fmla="*/ 138960 w 138600"/>
                  <a:gd name="textAreaTop" fmla="*/ 0 h 138600"/>
                  <a:gd name="textAreaBottom" fmla="*/ 138960 h 138600"/>
                </a:gdLst>
                <a:ahLst/>
                <a:cxnLst/>
                <a:rect l="textAreaLeft" t="textAreaTop" r="textAreaRight" b="textAreaBottom"/>
                <a:pathLst>
                  <a:path w="8197" h="8197">
                    <a:moveTo>
                      <a:pt x="4099" y="1171"/>
                    </a:moveTo>
                    <a:cubicBezTo>
                      <a:pt x="5712" y="1171"/>
                      <a:pt x="7027" y="2484"/>
                      <a:pt x="7027" y="4097"/>
                    </a:cubicBezTo>
                    <a:cubicBezTo>
                      <a:pt x="7027" y="5712"/>
                      <a:pt x="5712" y="7025"/>
                      <a:pt x="4099" y="7025"/>
                    </a:cubicBezTo>
                    <a:cubicBezTo>
                      <a:pt x="2486" y="7025"/>
                      <a:pt x="1171" y="5712"/>
                      <a:pt x="1171" y="4097"/>
                    </a:cubicBezTo>
                    <a:cubicBezTo>
                      <a:pt x="1171" y="2484"/>
                      <a:pt x="2486" y="1171"/>
                      <a:pt x="4099" y="1171"/>
                    </a:cubicBezTo>
                    <a:close/>
                    <a:moveTo>
                      <a:pt x="4099" y="0"/>
                    </a:moveTo>
                    <a:cubicBezTo>
                      <a:pt x="1840" y="0"/>
                      <a:pt x="0" y="1838"/>
                      <a:pt x="0" y="4097"/>
                    </a:cubicBezTo>
                    <a:cubicBezTo>
                      <a:pt x="0" y="6358"/>
                      <a:pt x="1840" y="8196"/>
                      <a:pt x="4099" y="8196"/>
                    </a:cubicBezTo>
                    <a:cubicBezTo>
                      <a:pt x="6358" y="8196"/>
                      <a:pt x="8196" y="6358"/>
                      <a:pt x="8196" y="4097"/>
                    </a:cubicBezTo>
                    <a:cubicBezTo>
                      <a:pt x="8196" y="1838"/>
                      <a:pt x="6358" y="0"/>
                      <a:pt x="4099" y="0"/>
                    </a:cubicBezTo>
                    <a:close/>
                  </a:path>
                </a:pathLst>
              </a:custGeom>
              <a:solidFill>
                <a:schemeClr val="dk2"/>
              </a:solidFill>
              <a:ln w="0">
                <a:noFill/>
              </a:ln>
            </p:spPr>
            <p:style>
              <a:lnRef idx="0"/>
              <a:fillRef idx="0"/>
              <a:effectRef idx="0"/>
              <a:fontRef idx="minor"/>
            </p:style>
            <p:txBody>
              <a:bodyPr tIns="69480" bIns="694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2" name="Google Shape;3677;p65"/>
              <p:cNvSpPr/>
              <p:nvPr/>
            </p:nvSpPr>
            <p:spPr>
              <a:xfrm>
                <a:off x="4205880" y="3261240"/>
                <a:ext cx="258840" cy="258840"/>
              </a:xfrm>
              <a:custGeom>
                <a:avLst/>
                <a:gdLst>
                  <a:gd name="textAreaLeft" fmla="*/ 0 w 258840"/>
                  <a:gd name="textAreaRight" fmla="*/ 259200 w 258840"/>
                  <a:gd name="textAreaTop" fmla="*/ 0 h 258840"/>
                  <a:gd name="textAreaBottom" fmla="*/ 259200 h 258840"/>
                </a:gdLst>
                <a:ahLst/>
                <a:cxnLst/>
                <a:rect l="textAreaLeft" t="textAreaTop" r="textAreaRight" b="textAreaBottom"/>
                <a:pathLst>
                  <a:path w="15300" h="15299">
                    <a:moveTo>
                      <a:pt x="12333" y="1171"/>
                    </a:moveTo>
                    <a:cubicBezTo>
                      <a:pt x="13306" y="1171"/>
                      <a:pt x="14128" y="1994"/>
                      <a:pt x="14128" y="2967"/>
                    </a:cubicBezTo>
                    <a:lnTo>
                      <a:pt x="14128" y="12334"/>
                    </a:lnTo>
                    <a:cubicBezTo>
                      <a:pt x="14128" y="13307"/>
                      <a:pt x="13306" y="14129"/>
                      <a:pt x="12333" y="14129"/>
                    </a:cubicBezTo>
                    <a:lnTo>
                      <a:pt x="2968" y="14129"/>
                    </a:lnTo>
                    <a:cubicBezTo>
                      <a:pt x="1993" y="14129"/>
                      <a:pt x="1172" y="13307"/>
                      <a:pt x="1172" y="12334"/>
                    </a:cubicBezTo>
                    <a:lnTo>
                      <a:pt x="1172" y="2967"/>
                    </a:lnTo>
                    <a:cubicBezTo>
                      <a:pt x="1172" y="1994"/>
                      <a:pt x="1993" y="1171"/>
                      <a:pt x="2968" y="1171"/>
                    </a:cubicBezTo>
                    <a:close/>
                    <a:moveTo>
                      <a:pt x="2968" y="0"/>
                    </a:moveTo>
                    <a:cubicBezTo>
                      <a:pt x="1351" y="0"/>
                      <a:pt x="1" y="1346"/>
                      <a:pt x="1" y="2967"/>
                    </a:cubicBezTo>
                    <a:lnTo>
                      <a:pt x="1" y="12334"/>
                    </a:lnTo>
                    <a:cubicBezTo>
                      <a:pt x="1" y="13952"/>
                      <a:pt x="1349" y="15299"/>
                      <a:pt x="2968" y="15299"/>
                    </a:cubicBezTo>
                    <a:lnTo>
                      <a:pt x="12333" y="15299"/>
                    </a:lnTo>
                    <a:cubicBezTo>
                      <a:pt x="13953" y="15299"/>
                      <a:pt x="15299" y="13951"/>
                      <a:pt x="15299" y="12334"/>
                    </a:cubicBezTo>
                    <a:lnTo>
                      <a:pt x="15299" y="2967"/>
                    </a:lnTo>
                    <a:cubicBezTo>
                      <a:pt x="15299" y="1345"/>
                      <a:pt x="13948" y="0"/>
                      <a:pt x="12333" y="0"/>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3" name="Google Shape;3678;p65"/>
              <p:cNvSpPr/>
              <p:nvPr/>
            </p:nvSpPr>
            <p:spPr>
              <a:xfrm>
                <a:off x="4165920" y="3221640"/>
                <a:ext cx="338040" cy="338040"/>
              </a:xfrm>
              <a:custGeom>
                <a:avLst/>
                <a:gdLst>
                  <a:gd name="textAreaLeft" fmla="*/ 0 w 338040"/>
                  <a:gd name="textAreaRight" fmla="*/ 338400 w 338040"/>
                  <a:gd name="textAreaTop" fmla="*/ 0 h 338040"/>
                  <a:gd name="textAreaBottom" fmla="*/ 338400 h 338040"/>
                </a:gdLst>
                <a:ahLst/>
                <a:cxnLst/>
                <a:rect l="textAreaLeft" t="textAreaTop" r="textAreaRight" b="textAreaBottom"/>
                <a:pathLst>
                  <a:path w="19984" h="19982">
                    <a:moveTo>
                      <a:pt x="17056" y="1172"/>
                    </a:moveTo>
                    <a:cubicBezTo>
                      <a:pt x="18025" y="1172"/>
                      <a:pt x="18812" y="1959"/>
                      <a:pt x="18812" y="2927"/>
                    </a:cubicBezTo>
                    <a:lnTo>
                      <a:pt x="18812" y="17056"/>
                    </a:lnTo>
                    <a:cubicBezTo>
                      <a:pt x="18812" y="18023"/>
                      <a:pt x="18025" y="18811"/>
                      <a:pt x="17056" y="18811"/>
                    </a:cubicBezTo>
                    <a:lnTo>
                      <a:pt x="2928" y="18811"/>
                    </a:lnTo>
                    <a:cubicBezTo>
                      <a:pt x="1961" y="18811"/>
                      <a:pt x="1172" y="18023"/>
                      <a:pt x="1172" y="17056"/>
                    </a:cubicBezTo>
                    <a:lnTo>
                      <a:pt x="1172" y="2927"/>
                    </a:lnTo>
                    <a:cubicBezTo>
                      <a:pt x="1172" y="1959"/>
                      <a:pt x="1961" y="1172"/>
                      <a:pt x="2928" y="1172"/>
                    </a:cubicBezTo>
                    <a:close/>
                    <a:moveTo>
                      <a:pt x="2928" y="1"/>
                    </a:moveTo>
                    <a:cubicBezTo>
                      <a:pt x="1313" y="1"/>
                      <a:pt x="1" y="1313"/>
                      <a:pt x="1" y="2927"/>
                    </a:cubicBezTo>
                    <a:lnTo>
                      <a:pt x="1" y="17056"/>
                    </a:lnTo>
                    <a:cubicBezTo>
                      <a:pt x="1" y="18669"/>
                      <a:pt x="1313" y="19982"/>
                      <a:pt x="2928" y="19982"/>
                    </a:cubicBezTo>
                    <a:lnTo>
                      <a:pt x="17056" y="19982"/>
                    </a:lnTo>
                    <a:cubicBezTo>
                      <a:pt x="18669" y="19982"/>
                      <a:pt x="19984" y="18669"/>
                      <a:pt x="19984" y="17056"/>
                    </a:cubicBezTo>
                    <a:lnTo>
                      <a:pt x="19984" y="2927"/>
                    </a:lnTo>
                    <a:cubicBezTo>
                      <a:pt x="19984" y="1313"/>
                      <a:pt x="18669" y="1"/>
                      <a:pt x="17056"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4" name="Google Shape;3679;p65"/>
              <p:cNvSpPr/>
              <p:nvPr/>
            </p:nvSpPr>
            <p:spPr>
              <a:xfrm>
                <a:off x="4384800" y="3301560"/>
                <a:ext cx="39240" cy="39240"/>
              </a:xfrm>
              <a:custGeom>
                <a:avLst/>
                <a:gdLst>
                  <a:gd name="textAreaLeft" fmla="*/ 0 w 39240"/>
                  <a:gd name="textAreaRight" fmla="*/ 39600 w 39240"/>
                  <a:gd name="textAreaTop" fmla="*/ 0 h 39240"/>
                  <a:gd name="textAreaBottom" fmla="*/ 39600 h 39240"/>
                </a:gdLst>
                <a:ahLst/>
                <a:cxnLst/>
                <a:rect l="textAreaLeft" t="textAreaTop" r="textAreaRight" b="textAreaBottom"/>
                <a:pathLst>
                  <a:path w="2342" h="2343">
                    <a:moveTo>
                      <a:pt x="1170" y="0"/>
                    </a:moveTo>
                    <a:cubicBezTo>
                      <a:pt x="524" y="0"/>
                      <a:pt x="1" y="526"/>
                      <a:pt x="1" y="1171"/>
                    </a:cubicBezTo>
                    <a:cubicBezTo>
                      <a:pt x="1" y="1817"/>
                      <a:pt x="524" y="2342"/>
                      <a:pt x="1170" y="2342"/>
                    </a:cubicBezTo>
                    <a:cubicBezTo>
                      <a:pt x="1816" y="2342"/>
                      <a:pt x="2341" y="1817"/>
                      <a:pt x="2341" y="1171"/>
                    </a:cubicBezTo>
                    <a:cubicBezTo>
                      <a:pt x="2341" y="526"/>
                      <a:pt x="1816" y="0"/>
                      <a:pt x="1170" y="0"/>
                    </a:cubicBezTo>
                    <a:close/>
                  </a:path>
                </a:pathLst>
              </a:custGeom>
              <a:solidFill>
                <a:schemeClr val="dk2"/>
              </a:solidFill>
              <a:ln w="0">
                <a:noFill/>
              </a:ln>
            </p:spPr>
            <p:style>
              <a:lnRef idx="0"/>
              <a:fillRef idx="0"/>
              <a:effectRef idx="0"/>
              <a:fontRef idx="minor"/>
            </p:style>
            <p:txBody>
              <a:bodyPr tIns="19800" bIns="1980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grpSp>
          <p:nvGrpSpPr>
            <p:cNvPr id="525" name="Google Shape;3680;p65"/>
            <p:cNvGrpSpPr/>
            <p:nvPr/>
          </p:nvGrpSpPr>
          <p:grpSpPr>
            <a:xfrm>
              <a:off x="4598280" y="3221640"/>
              <a:ext cx="338040" cy="338040"/>
              <a:chOff x="4598280" y="3221640"/>
              <a:chExt cx="338040" cy="338040"/>
            </a:xfrm>
          </p:grpSpPr>
          <p:sp>
            <p:nvSpPr>
              <p:cNvPr id="526" name="Google Shape;3681;p65"/>
              <p:cNvSpPr/>
              <p:nvPr/>
            </p:nvSpPr>
            <p:spPr>
              <a:xfrm>
                <a:off x="4648680" y="3341160"/>
                <a:ext cx="59040" cy="178200"/>
              </a:xfrm>
              <a:custGeom>
                <a:avLst/>
                <a:gdLst>
                  <a:gd name="textAreaLeft" fmla="*/ 0 w 59040"/>
                  <a:gd name="textAreaRight" fmla="*/ 59400 w 59040"/>
                  <a:gd name="textAreaTop" fmla="*/ 0 h 178200"/>
                  <a:gd name="textAreaBottom" fmla="*/ 178560 h 178200"/>
                </a:gdLst>
                <a:ahLst/>
                <a:cxnLst/>
                <a:rect l="textAreaLeft" t="textAreaTop" r="textAreaRight" b="textAreaBottom"/>
                <a:pathLst>
                  <a:path w="3514" h="10537">
                    <a:moveTo>
                      <a:pt x="2342" y="1171"/>
                    </a:moveTo>
                    <a:lnTo>
                      <a:pt x="2342" y="9367"/>
                    </a:lnTo>
                    <a:lnTo>
                      <a:pt x="1171" y="9367"/>
                    </a:lnTo>
                    <a:lnTo>
                      <a:pt x="1171" y="1171"/>
                    </a:lnTo>
                    <a:close/>
                    <a:moveTo>
                      <a:pt x="586" y="0"/>
                    </a:moveTo>
                    <a:cubicBezTo>
                      <a:pt x="264" y="0"/>
                      <a:pt x="0" y="262"/>
                      <a:pt x="0" y="586"/>
                    </a:cubicBezTo>
                    <a:lnTo>
                      <a:pt x="0" y="9951"/>
                    </a:lnTo>
                    <a:cubicBezTo>
                      <a:pt x="0" y="10275"/>
                      <a:pt x="264" y="10537"/>
                      <a:pt x="586" y="10537"/>
                    </a:cubicBezTo>
                    <a:lnTo>
                      <a:pt x="2928" y="10537"/>
                    </a:lnTo>
                    <a:cubicBezTo>
                      <a:pt x="3252" y="10537"/>
                      <a:pt x="3514" y="10275"/>
                      <a:pt x="3514" y="9951"/>
                    </a:cubicBezTo>
                    <a:lnTo>
                      <a:pt x="3514" y="586"/>
                    </a:lnTo>
                    <a:cubicBezTo>
                      <a:pt x="3514" y="262"/>
                      <a:pt x="3252" y="0"/>
                      <a:pt x="2928" y="0"/>
                    </a:cubicBezTo>
                    <a:close/>
                  </a:path>
                </a:pathLst>
              </a:custGeom>
              <a:solidFill>
                <a:schemeClr val="dk2"/>
              </a:solidFill>
              <a:ln w="0">
                <a:noFill/>
              </a:ln>
            </p:spPr>
            <p:style>
              <a:lnRef idx="0"/>
              <a:fillRef idx="0"/>
              <a:effectRef idx="0"/>
              <a:fontRef idx="minor"/>
            </p:style>
            <p:txBody>
              <a:bodyPr tIns="89280" bIns="89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7" name="Google Shape;3682;p65"/>
              <p:cNvSpPr/>
              <p:nvPr/>
            </p:nvSpPr>
            <p:spPr>
              <a:xfrm>
                <a:off x="4648680" y="3261960"/>
                <a:ext cx="59040" cy="59040"/>
              </a:xfrm>
              <a:custGeom>
                <a:avLst/>
                <a:gdLst>
                  <a:gd name="textAreaLeft" fmla="*/ 0 w 59040"/>
                  <a:gd name="textAreaRight" fmla="*/ 59400 w 59040"/>
                  <a:gd name="textAreaTop" fmla="*/ 0 h 59040"/>
                  <a:gd name="textAreaBottom" fmla="*/ 59400 h 59040"/>
                </a:gdLst>
                <a:ahLst/>
                <a:cxnLst/>
                <a:rect l="textAreaLeft" t="textAreaTop" r="textAreaRight" b="textAreaBottom"/>
                <a:pathLst>
                  <a:path w="3514" h="3514">
                    <a:moveTo>
                      <a:pt x="1757" y="1171"/>
                    </a:moveTo>
                    <a:cubicBezTo>
                      <a:pt x="2081" y="1171"/>
                      <a:pt x="2342" y="1435"/>
                      <a:pt x="2342" y="1757"/>
                    </a:cubicBezTo>
                    <a:cubicBezTo>
                      <a:pt x="2342" y="2080"/>
                      <a:pt x="2081" y="2342"/>
                      <a:pt x="1757" y="2342"/>
                    </a:cubicBezTo>
                    <a:cubicBezTo>
                      <a:pt x="1435" y="2342"/>
                      <a:pt x="1171" y="2080"/>
                      <a:pt x="1171" y="1757"/>
                    </a:cubicBezTo>
                    <a:cubicBezTo>
                      <a:pt x="1171" y="1435"/>
                      <a:pt x="1435" y="1171"/>
                      <a:pt x="1757" y="1171"/>
                    </a:cubicBezTo>
                    <a:close/>
                    <a:moveTo>
                      <a:pt x="1757" y="0"/>
                    </a:moveTo>
                    <a:cubicBezTo>
                      <a:pt x="789" y="0"/>
                      <a:pt x="0" y="789"/>
                      <a:pt x="0" y="1757"/>
                    </a:cubicBezTo>
                    <a:cubicBezTo>
                      <a:pt x="0" y="2726"/>
                      <a:pt x="789" y="3513"/>
                      <a:pt x="1757" y="3513"/>
                    </a:cubicBezTo>
                    <a:cubicBezTo>
                      <a:pt x="2726" y="3513"/>
                      <a:pt x="3514" y="2726"/>
                      <a:pt x="3514" y="1757"/>
                    </a:cubicBezTo>
                    <a:cubicBezTo>
                      <a:pt x="3514" y="789"/>
                      <a:pt x="2726" y="0"/>
                      <a:pt x="1757" y="0"/>
                    </a:cubicBezTo>
                    <a:close/>
                  </a:path>
                </a:pathLst>
              </a:custGeom>
              <a:solidFill>
                <a:schemeClr val="dk2"/>
              </a:solidFill>
              <a:ln w="0">
                <a:noFill/>
              </a:ln>
            </p:spPr>
            <p:style>
              <a:lnRef idx="0"/>
              <a:fillRef idx="0"/>
              <a:effectRef idx="0"/>
              <a:fontRef idx="minor"/>
            </p:style>
            <p:txBody>
              <a:bodyPr tIns="29520" bIns="2952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8" name="Google Shape;3683;p65"/>
              <p:cNvSpPr/>
              <p:nvPr/>
            </p:nvSpPr>
            <p:spPr>
              <a:xfrm>
                <a:off x="4727880" y="3340800"/>
                <a:ext cx="158400" cy="178200"/>
              </a:xfrm>
              <a:custGeom>
                <a:avLst/>
                <a:gdLst>
                  <a:gd name="textAreaLeft" fmla="*/ 0 w 158400"/>
                  <a:gd name="textAreaRight" fmla="*/ 158760 w 158400"/>
                  <a:gd name="textAreaTop" fmla="*/ 0 h 178200"/>
                  <a:gd name="textAreaBottom" fmla="*/ 178560 h 178200"/>
                </a:gdLst>
                <a:ahLst/>
                <a:cxnLst/>
                <a:rect l="textAreaLeft" t="textAreaTop" r="textAreaRight" b="textAreaBottom"/>
                <a:pathLst>
                  <a:path w="9368" h="10556">
                    <a:moveTo>
                      <a:pt x="5559" y="1173"/>
                    </a:moveTo>
                    <a:cubicBezTo>
                      <a:pt x="5720" y="1173"/>
                      <a:pt x="5883" y="1186"/>
                      <a:pt x="6044" y="1212"/>
                    </a:cubicBezTo>
                    <a:cubicBezTo>
                      <a:pt x="7422" y="1435"/>
                      <a:pt x="8196" y="2535"/>
                      <a:pt x="8196" y="3669"/>
                    </a:cubicBezTo>
                    <a:lnTo>
                      <a:pt x="8196" y="9386"/>
                    </a:lnTo>
                    <a:lnTo>
                      <a:pt x="7025" y="9386"/>
                    </a:lnTo>
                    <a:lnTo>
                      <a:pt x="7025" y="4702"/>
                    </a:lnTo>
                    <a:cubicBezTo>
                      <a:pt x="7025" y="3411"/>
                      <a:pt x="5975" y="2360"/>
                      <a:pt x="4683" y="2360"/>
                    </a:cubicBezTo>
                    <a:cubicBezTo>
                      <a:pt x="3392" y="2360"/>
                      <a:pt x="2341" y="3411"/>
                      <a:pt x="2341" y="4702"/>
                    </a:cubicBezTo>
                    <a:lnTo>
                      <a:pt x="2341" y="9386"/>
                    </a:lnTo>
                    <a:lnTo>
                      <a:pt x="1170" y="9386"/>
                    </a:lnTo>
                    <a:lnTo>
                      <a:pt x="1170" y="1190"/>
                    </a:lnTo>
                    <a:lnTo>
                      <a:pt x="2341" y="1190"/>
                    </a:lnTo>
                    <a:lnTo>
                      <a:pt x="2341" y="1776"/>
                    </a:lnTo>
                    <a:cubicBezTo>
                      <a:pt x="2341" y="2011"/>
                      <a:pt x="2484" y="2225"/>
                      <a:pt x="2704" y="2316"/>
                    </a:cubicBezTo>
                    <a:cubicBezTo>
                      <a:pt x="2776" y="2346"/>
                      <a:pt x="2852" y="2361"/>
                      <a:pt x="2928" y="2361"/>
                    </a:cubicBezTo>
                    <a:cubicBezTo>
                      <a:pt x="3080" y="2361"/>
                      <a:pt x="3229" y="2301"/>
                      <a:pt x="3341" y="2190"/>
                    </a:cubicBezTo>
                    <a:lnTo>
                      <a:pt x="3615" y="1916"/>
                    </a:lnTo>
                    <a:cubicBezTo>
                      <a:pt x="4086" y="1443"/>
                      <a:pt x="4813" y="1173"/>
                      <a:pt x="5559" y="1173"/>
                    </a:cubicBezTo>
                    <a:close/>
                    <a:moveTo>
                      <a:pt x="5553" y="0"/>
                    </a:moveTo>
                    <a:cubicBezTo>
                      <a:pt x="4823" y="0"/>
                      <a:pt x="4110" y="189"/>
                      <a:pt x="3509" y="536"/>
                    </a:cubicBezTo>
                    <a:cubicBezTo>
                      <a:pt x="3475" y="246"/>
                      <a:pt x="3227" y="19"/>
                      <a:pt x="2927" y="19"/>
                    </a:cubicBezTo>
                    <a:lnTo>
                      <a:pt x="586" y="19"/>
                    </a:lnTo>
                    <a:cubicBezTo>
                      <a:pt x="262" y="19"/>
                      <a:pt x="1" y="281"/>
                      <a:pt x="1" y="605"/>
                    </a:cubicBezTo>
                    <a:lnTo>
                      <a:pt x="1" y="9970"/>
                    </a:lnTo>
                    <a:cubicBezTo>
                      <a:pt x="1" y="10294"/>
                      <a:pt x="262" y="10556"/>
                      <a:pt x="586" y="10556"/>
                    </a:cubicBezTo>
                    <a:lnTo>
                      <a:pt x="2927" y="10556"/>
                    </a:lnTo>
                    <a:cubicBezTo>
                      <a:pt x="3250" y="10556"/>
                      <a:pt x="3512" y="10294"/>
                      <a:pt x="3512" y="9970"/>
                    </a:cubicBezTo>
                    <a:lnTo>
                      <a:pt x="3512" y="4702"/>
                    </a:lnTo>
                    <a:cubicBezTo>
                      <a:pt x="3512" y="4056"/>
                      <a:pt x="4038" y="3531"/>
                      <a:pt x="4683" y="3531"/>
                    </a:cubicBezTo>
                    <a:cubicBezTo>
                      <a:pt x="5329" y="3531"/>
                      <a:pt x="5854" y="4056"/>
                      <a:pt x="5854" y="4702"/>
                    </a:cubicBezTo>
                    <a:lnTo>
                      <a:pt x="5854" y="9970"/>
                    </a:lnTo>
                    <a:cubicBezTo>
                      <a:pt x="5854" y="10294"/>
                      <a:pt x="6116" y="10556"/>
                      <a:pt x="6440" y="10556"/>
                    </a:cubicBezTo>
                    <a:lnTo>
                      <a:pt x="8782" y="10556"/>
                    </a:lnTo>
                    <a:cubicBezTo>
                      <a:pt x="9104" y="10556"/>
                      <a:pt x="9368" y="10294"/>
                      <a:pt x="9368" y="9970"/>
                    </a:cubicBezTo>
                    <a:lnTo>
                      <a:pt x="9368" y="3669"/>
                    </a:lnTo>
                    <a:cubicBezTo>
                      <a:pt x="9368" y="1921"/>
                      <a:pt x="8131" y="364"/>
                      <a:pt x="6231" y="55"/>
                    </a:cubicBezTo>
                    <a:cubicBezTo>
                      <a:pt x="6005" y="18"/>
                      <a:pt x="5779" y="0"/>
                      <a:pt x="5553" y="0"/>
                    </a:cubicBezTo>
                    <a:close/>
                  </a:path>
                </a:pathLst>
              </a:custGeom>
              <a:solidFill>
                <a:schemeClr val="dk2"/>
              </a:solidFill>
              <a:ln w="0">
                <a:noFill/>
              </a:ln>
            </p:spPr>
            <p:style>
              <a:lnRef idx="0"/>
              <a:fillRef idx="0"/>
              <a:effectRef idx="0"/>
              <a:fontRef idx="minor"/>
            </p:style>
            <p:txBody>
              <a:bodyPr tIns="89280" bIns="8928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29" name="Google Shape;3684;p65"/>
              <p:cNvSpPr/>
              <p:nvPr/>
            </p:nvSpPr>
            <p:spPr>
              <a:xfrm>
                <a:off x="4598280" y="3221640"/>
                <a:ext cx="338040" cy="338040"/>
              </a:xfrm>
              <a:custGeom>
                <a:avLst/>
                <a:gdLst>
                  <a:gd name="textAreaLeft" fmla="*/ 0 w 338040"/>
                  <a:gd name="textAreaRight" fmla="*/ 338400 w 338040"/>
                  <a:gd name="textAreaTop" fmla="*/ 0 h 338040"/>
                  <a:gd name="textAreaBottom" fmla="*/ 338400 h 338040"/>
                </a:gdLst>
                <a:ahLst/>
                <a:cxnLst/>
                <a:rect l="textAreaLeft" t="textAreaTop" r="textAreaRight" b="textAreaBottom"/>
                <a:pathLst>
                  <a:path w="19982" h="19982">
                    <a:moveTo>
                      <a:pt x="17015" y="1170"/>
                    </a:moveTo>
                    <a:cubicBezTo>
                      <a:pt x="17989" y="1170"/>
                      <a:pt x="18810" y="1993"/>
                      <a:pt x="18810" y="2966"/>
                    </a:cubicBezTo>
                    <a:lnTo>
                      <a:pt x="18810" y="17015"/>
                    </a:lnTo>
                    <a:cubicBezTo>
                      <a:pt x="18810" y="17990"/>
                      <a:pt x="17989" y="18811"/>
                      <a:pt x="17015" y="18811"/>
                    </a:cubicBezTo>
                    <a:lnTo>
                      <a:pt x="2965" y="18811"/>
                    </a:lnTo>
                    <a:cubicBezTo>
                      <a:pt x="1992" y="18811"/>
                      <a:pt x="1170" y="17990"/>
                      <a:pt x="1170" y="17015"/>
                    </a:cubicBezTo>
                    <a:lnTo>
                      <a:pt x="1170" y="2966"/>
                    </a:lnTo>
                    <a:cubicBezTo>
                      <a:pt x="1170" y="1993"/>
                      <a:pt x="1992" y="1170"/>
                      <a:pt x="2965" y="1170"/>
                    </a:cubicBezTo>
                    <a:close/>
                    <a:moveTo>
                      <a:pt x="2965" y="1"/>
                    </a:moveTo>
                    <a:cubicBezTo>
                      <a:pt x="1347" y="1"/>
                      <a:pt x="0" y="1349"/>
                      <a:pt x="0" y="2966"/>
                    </a:cubicBezTo>
                    <a:lnTo>
                      <a:pt x="0" y="17015"/>
                    </a:lnTo>
                    <a:cubicBezTo>
                      <a:pt x="0" y="18635"/>
                      <a:pt x="1348" y="19982"/>
                      <a:pt x="2965" y="19982"/>
                    </a:cubicBezTo>
                    <a:lnTo>
                      <a:pt x="17017" y="19982"/>
                    </a:lnTo>
                    <a:cubicBezTo>
                      <a:pt x="18635" y="19982"/>
                      <a:pt x="19981" y="18634"/>
                      <a:pt x="19981" y="17015"/>
                    </a:cubicBezTo>
                    <a:lnTo>
                      <a:pt x="19981" y="2966"/>
                    </a:lnTo>
                    <a:cubicBezTo>
                      <a:pt x="19981" y="1347"/>
                      <a:pt x="18633" y="1"/>
                      <a:pt x="17017"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
          <p:nvSpPr>
            <p:cNvPr id="530" name="Google Shape;3685;p65"/>
            <p:cNvSpPr/>
            <p:nvPr/>
          </p:nvSpPr>
          <p:spPr>
            <a:xfrm>
              <a:off x="5074920" y="3252240"/>
              <a:ext cx="339840" cy="276840"/>
            </a:xfrm>
            <a:custGeom>
              <a:avLst/>
              <a:gdLst>
                <a:gd name="textAreaLeft" fmla="*/ 0 w 339840"/>
                <a:gd name="textAreaRight" fmla="*/ 340200 w 339840"/>
                <a:gd name="textAreaTop" fmla="*/ 0 h 276840"/>
                <a:gd name="textAreaBottom" fmla="*/ 277200 h 276840"/>
              </a:gdLst>
              <a:ahLst/>
              <a:cxnLst/>
              <a:rect l="textAreaLeft" t="textAreaTop" r="textAreaRight" b="textAreaBottom"/>
              <a:pathLst>
                <a:path w="20081" h="16377">
                  <a:moveTo>
                    <a:pt x="13632" y="1165"/>
                  </a:moveTo>
                  <a:cubicBezTo>
                    <a:pt x="14903" y="1165"/>
                    <a:pt x="15458" y="1658"/>
                    <a:pt x="15826" y="1984"/>
                  </a:cubicBezTo>
                  <a:cubicBezTo>
                    <a:pt x="16040" y="2173"/>
                    <a:pt x="16244" y="2353"/>
                    <a:pt x="16548" y="2353"/>
                  </a:cubicBezTo>
                  <a:cubicBezTo>
                    <a:pt x="16762" y="2353"/>
                    <a:pt x="17038" y="2293"/>
                    <a:pt x="17344" y="2196"/>
                  </a:cubicBezTo>
                  <a:lnTo>
                    <a:pt x="17344" y="2196"/>
                  </a:lnTo>
                  <a:cubicBezTo>
                    <a:pt x="17236" y="2288"/>
                    <a:pt x="17119" y="2376"/>
                    <a:pt x="16995" y="2461"/>
                  </a:cubicBezTo>
                  <a:cubicBezTo>
                    <a:pt x="16780" y="2612"/>
                    <a:pt x="16689" y="2889"/>
                    <a:pt x="16778" y="3137"/>
                  </a:cubicBezTo>
                  <a:cubicBezTo>
                    <a:pt x="16861" y="3373"/>
                    <a:pt x="17082" y="3528"/>
                    <a:pt x="17329" y="3528"/>
                  </a:cubicBezTo>
                  <a:cubicBezTo>
                    <a:pt x="17343" y="3528"/>
                    <a:pt x="17358" y="3527"/>
                    <a:pt x="17372" y="3526"/>
                  </a:cubicBezTo>
                  <a:cubicBezTo>
                    <a:pt x="17475" y="3519"/>
                    <a:pt x="17576" y="3508"/>
                    <a:pt x="17680" y="3494"/>
                  </a:cubicBezTo>
                  <a:lnTo>
                    <a:pt x="17680" y="3494"/>
                  </a:lnTo>
                  <a:cubicBezTo>
                    <a:pt x="17275" y="3802"/>
                    <a:pt x="16921" y="3990"/>
                    <a:pt x="16937" y="4786"/>
                  </a:cubicBezTo>
                  <a:cubicBezTo>
                    <a:pt x="16937" y="4826"/>
                    <a:pt x="16939" y="4881"/>
                    <a:pt x="16939" y="4971"/>
                  </a:cubicBezTo>
                  <a:cubicBezTo>
                    <a:pt x="16939" y="6510"/>
                    <a:pt x="16350" y="9097"/>
                    <a:pt x="14694" y="11320"/>
                  </a:cubicBezTo>
                  <a:cubicBezTo>
                    <a:pt x="13372" y="13093"/>
                    <a:pt x="10896" y="15207"/>
                    <a:pt x="6611" y="15207"/>
                  </a:cubicBezTo>
                  <a:cubicBezTo>
                    <a:pt x="5368" y="15207"/>
                    <a:pt x="4159" y="14996"/>
                    <a:pt x="3001" y="14582"/>
                  </a:cubicBezTo>
                  <a:cubicBezTo>
                    <a:pt x="4359" y="14345"/>
                    <a:pt x="5612" y="13799"/>
                    <a:pt x="6698" y="12960"/>
                  </a:cubicBezTo>
                  <a:cubicBezTo>
                    <a:pt x="6893" y="12812"/>
                    <a:pt x="6972" y="12557"/>
                    <a:pt x="6900" y="12323"/>
                  </a:cubicBezTo>
                  <a:cubicBezTo>
                    <a:pt x="6827" y="12090"/>
                    <a:pt x="6617" y="11925"/>
                    <a:pt x="6372" y="11913"/>
                  </a:cubicBezTo>
                  <a:cubicBezTo>
                    <a:pt x="5203" y="11849"/>
                    <a:pt x="4280" y="11209"/>
                    <a:pt x="3767" y="10448"/>
                  </a:cubicBezTo>
                  <a:cubicBezTo>
                    <a:pt x="3968" y="10434"/>
                    <a:pt x="4207" y="10404"/>
                    <a:pt x="4564" y="10340"/>
                  </a:cubicBezTo>
                  <a:cubicBezTo>
                    <a:pt x="4832" y="10294"/>
                    <a:pt x="5030" y="10071"/>
                    <a:pt x="5047" y="9801"/>
                  </a:cubicBezTo>
                  <a:cubicBezTo>
                    <a:pt x="5065" y="9532"/>
                    <a:pt x="4895" y="9286"/>
                    <a:pt x="4637" y="9205"/>
                  </a:cubicBezTo>
                  <a:cubicBezTo>
                    <a:pt x="3296" y="8787"/>
                    <a:pt x="2498" y="8025"/>
                    <a:pt x="2180" y="6838"/>
                  </a:cubicBezTo>
                  <a:lnTo>
                    <a:pt x="2180" y="6838"/>
                  </a:lnTo>
                  <a:cubicBezTo>
                    <a:pt x="2390" y="6891"/>
                    <a:pt x="2642" y="6933"/>
                    <a:pt x="3057" y="6986"/>
                  </a:cubicBezTo>
                  <a:cubicBezTo>
                    <a:pt x="3081" y="6989"/>
                    <a:pt x="3105" y="6991"/>
                    <a:pt x="3129" y="6991"/>
                  </a:cubicBezTo>
                  <a:cubicBezTo>
                    <a:pt x="3359" y="6991"/>
                    <a:pt x="3571" y="6854"/>
                    <a:pt x="3666" y="6640"/>
                  </a:cubicBezTo>
                  <a:cubicBezTo>
                    <a:pt x="3770" y="6403"/>
                    <a:pt x="3707" y="6125"/>
                    <a:pt x="3508" y="5957"/>
                  </a:cubicBezTo>
                  <a:cubicBezTo>
                    <a:pt x="2014" y="4697"/>
                    <a:pt x="1936" y="3409"/>
                    <a:pt x="2210" y="2373"/>
                  </a:cubicBezTo>
                  <a:lnTo>
                    <a:pt x="2210" y="2373"/>
                  </a:lnTo>
                  <a:cubicBezTo>
                    <a:pt x="4267" y="4464"/>
                    <a:pt x="6801" y="5670"/>
                    <a:pt x="9880" y="5882"/>
                  </a:cubicBezTo>
                  <a:cubicBezTo>
                    <a:pt x="9894" y="5883"/>
                    <a:pt x="9908" y="5884"/>
                    <a:pt x="9921" y="5884"/>
                  </a:cubicBezTo>
                  <a:cubicBezTo>
                    <a:pt x="10265" y="5884"/>
                    <a:pt x="10539" y="5586"/>
                    <a:pt x="10503" y="5239"/>
                  </a:cubicBezTo>
                  <a:cubicBezTo>
                    <a:pt x="10372" y="3940"/>
                    <a:pt x="10634" y="2919"/>
                    <a:pt x="11281" y="2203"/>
                  </a:cubicBezTo>
                  <a:cubicBezTo>
                    <a:pt x="11975" y="1437"/>
                    <a:pt x="12981" y="1165"/>
                    <a:pt x="13632" y="1165"/>
                  </a:cubicBezTo>
                  <a:close/>
                  <a:moveTo>
                    <a:pt x="13631" y="1"/>
                  </a:moveTo>
                  <a:cubicBezTo>
                    <a:pt x="12698" y="1"/>
                    <a:pt x="11363" y="368"/>
                    <a:pt x="10413" y="1418"/>
                  </a:cubicBezTo>
                  <a:cubicBezTo>
                    <a:pt x="9665" y="2245"/>
                    <a:pt x="9291" y="3332"/>
                    <a:pt x="9300" y="4649"/>
                  </a:cubicBezTo>
                  <a:cubicBezTo>
                    <a:pt x="6556" y="4315"/>
                    <a:pt x="4306" y="3079"/>
                    <a:pt x="2438" y="887"/>
                  </a:cubicBezTo>
                  <a:cubicBezTo>
                    <a:pt x="2327" y="756"/>
                    <a:pt x="2163" y="681"/>
                    <a:pt x="1993" y="681"/>
                  </a:cubicBezTo>
                  <a:cubicBezTo>
                    <a:pt x="1966" y="681"/>
                    <a:pt x="1938" y="683"/>
                    <a:pt x="1911" y="687"/>
                  </a:cubicBezTo>
                  <a:cubicBezTo>
                    <a:pt x="1713" y="715"/>
                    <a:pt x="1541" y="843"/>
                    <a:pt x="1460" y="1025"/>
                  </a:cubicBezTo>
                  <a:cubicBezTo>
                    <a:pt x="1207" y="1582"/>
                    <a:pt x="876" y="2444"/>
                    <a:pt x="922" y="3466"/>
                  </a:cubicBezTo>
                  <a:cubicBezTo>
                    <a:pt x="952" y="4138"/>
                    <a:pt x="1138" y="4773"/>
                    <a:pt x="1479" y="5368"/>
                  </a:cubicBezTo>
                  <a:cubicBezTo>
                    <a:pt x="1469" y="5367"/>
                    <a:pt x="1459" y="5367"/>
                    <a:pt x="1449" y="5367"/>
                  </a:cubicBezTo>
                  <a:cubicBezTo>
                    <a:pt x="1114" y="5367"/>
                    <a:pt x="843" y="5650"/>
                    <a:pt x="865" y="5990"/>
                  </a:cubicBezTo>
                  <a:cubicBezTo>
                    <a:pt x="963" y="7455"/>
                    <a:pt x="1501" y="8589"/>
                    <a:pt x="2470" y="9380"/>
                  </a:cubicBezTo>
                  <a:cubicBezTo>
                    <a:pt x="2284" y="9528"/>
                    <a:pt x="2208" y="9773"/>
                    <a:pt x="2274" y="9999"/>
                  </a:cubicBezTo>
                  <a:cubicBezTo>
                    <a:pt x="2578" y="11057"/>
                    <a:pt x="3469" y="12207"/>
                    <a:pt x="4833" y="12757"/>
                  </a:cubicBezTo>
                  <a:cubicBezTo>
                    <a:pt x="3802" y="13279"/>
                    <a:pt x="2644" y="13546"/>
                    <a:pt x="1412" y="13546"/>
                  </a:cubicBezTo>
                  <a:cubicBezTo>
                    <a:pt x="1173" y="13546"/>
                    <a:pt x="932" y="13536"/>
                    <a:pt x="689" y="13516"/>
                  </a:cubicBezTo>
                  <a:cubicBezTo>
                    <a:pt x="673" y="13515"/>
                    <a:pt x="658" y="13514"/>
                    <a:pt x="642" y="13514"/>
                  </a:cubicBezTo>
                  <a:cubicBezTo>
                    <a:pt x="390" y="13514"/>
                    <a:pt x="164" y="13676"/>
                    <a:pt x="84" y="13919"/>
                  </a:cubicBezTo>
                  <a:cubicBezTo>
                    <a:pt x="0" y="14177"/>
                    <a:pt x="105" y="14460"/>
                    <a:pt x="338" y="14600"/>
                  </a:cubicBezTo>
                  <a:cubicBezTo>
                    <a:pt x="2284" y="15778"/>
                    <a:pt x="4395" y="16376"/>
                    <a:pt x="6611" y="16376"/>
                  </a:cubicBezTo>
                  <a:cubicBezTo>
                    <a:pt x="11382" y="16376"/>
                    <a:pt x="14151" y="14008"/>
                    <a:pt x="15631" y="12019"/>
                  </a:cubicBezTo>
                  <a:cubicBezTo>
                    <a:pt x="17461" y="9567"/>
                    <a:pt x="18108" y="6689"/>
                    <a:pt x="18108" y="4971"/>
                  </a:cubicBezTo>
                  <a:cubicBezTo>
                    <a:pt x="18108" y="4747"/>
                    <a:pt x="18103" y="4701"/>
                    <a:pt x="18110" y="4637"/>
                  </a:cubicBezTo>
                  <a:cubicBezTo>
                    <a:pt x="18336" y="4435"/>
                    <a:pt x="18964" y="4133"/>
                    <a:pt x="19935" y="2718"/>
                  </a:cubicBezTo>
                  <a:cubicBezTo>
                    <a:pt x="20080" y="2505"/>
                    <a:pt x="20070" y="2221"/>
                    <a:pt x="19909" y="2019"/>
                  </a:cubicBezTo>
                  <a:cubicBezTo>
                    <a:pt x="19795" y="1879"/>
                    <a:pt x="19625" y="1801"/>
                    <a:pt x="19451" y="1801"/>
                  </a:cubicBezTo>
                  <a:cubicBezTo>
                    <a:pt x="19377" y="1801"/>
                    <a:pt x="19303" y="1815"/>
                    <a:pt x="19231" y="1844"/>
                  </a:cubicBezTo>
                  <a:cubicBezTo>
                    <a:pt x="19194" y="1860"/>
                    <a:pt x="19155" y="1874"/>
                    <a:pt x="19118" y="1890"/>
                  </a:cubicBezTo>
                  <a:cubicBezTo>
                    <a:pt x="19269" y="1630"/>
                    <a:pt x="19392" y="1356"/>
                    <a:pt x="19490" y="1062"/>
                  </a:cubicBezTo>
                  <a:cubicBezTo>
                    <a:pt x="19564" y="841"/>
                    <a:pt x="19498" y="598"/>
                    <a:pt x="19327" y="443"/>
                  </a:cubicBezTo>
                  <a:cubicBezTo>
                    <a:pt x="19217" y="344"/>
                    <a:pt x="19076" y="292"/>
                    <a:pt x="18934" y="292"/>
                  </a:cubicBezTo>
                  <a:cubicBezTo>
                    <a:pt x="18853" y="292"/>
                    <a:pt x="18771" y="309"/>
                    <a:pt x="18694" y="344"/>
                  </a:cubicBezTo>
                  <a:cubicBezTo>
                    <a:pt x="18690" y="345"/>
                    <a:pt x="18676" y="351"/>
                    <a:pt x="18651" y="363"/>
                  </a:cubicBezTo>
                  <a:cubicBezTo>
                    <a:pt x="17724" y="830"/>
                    <a:pt x="16999" y="1103"/>
                    <a:pt x="16670" y="1166"/>
                  </a:cubicBezTo>
                  <a:cubicBezTo>
                    <a:pt x="16647" y="1147"/>
                    <a:pt x="16624" y="1126"/>
                    <a:pt x="16603" y="1106"/>
                  </a:cubicBezTo>
                  <a:cubicBezTo>
                    <a:pt x="16194" y="745"/>
                    <a:pt x="15347" y="1"/>
                    <a:pt x="13631" y="1"/>
                  </a:cubicBezTo>
                  <a:close/>
                </a:path>
              </a:pathLst>
            </a:cu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2026-09-27T14:07:17Z</dcterms:created>
  <dc:creator>Slidesgo AI</dc:creator>
  <dc:description/>
  <dc:language>en-US</dc:language>
  <cp:lastModifiedBy>Unknown Creator</cp:lastModifiedBy>
  <dcterms:modified xsi:type="dcterms:W3CDTF">2026-09-27T14:07:17Z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10</vt:r8>
  </property>
  <property fmtid="{D5CDD505-2E9C-101B-9397-08002B2CF9AE}" pid="3" name="SlidesgoGeneratedBy">
    <vt:lpwstr>slidesgo-ai</vt:lpwstr>
  </property>
  <property fmtid="{D5CDD505-2E9C-101B-9397-08002B2CF9AE}" pid="4" name="SlidesgoPresentationUuid">
    <vt:lpwstr>a2d8be5c-b047-4ac2-b388-9de9fbe1651f</vt:lpwstr>
  </property>
</Properties>
</file>